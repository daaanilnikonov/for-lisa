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Проект «Доки»</a:t>
            </a:r>
          </a:p>
          <a:p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Итоги 7 недель и передача в тиражирование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Аналитика для защиты проекта продаж
и передачи другой группе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1 395 касаний  ·  2 гипотезы  ·  18 подключений  ·  ЭДО + ЭПД  ·  оффер: 3 месяца безлимит</a:t>
            </a:r>
          </a:p>
        </p:txBody>
      </p:sp>
      <p:pic>
        <p:nvPicPr>
          <p:cNvPr id="4" name="Picture 3" descr="icon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Зачем запускали проект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50876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01168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2808" y="176479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Задача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194560"/>
            <a:ext cx="3977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Проверить, можно ли стабильно продавать «Доки» двумя понятными способами — и собрать пакет для тиражирования.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50876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01168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3488" y="176479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194560"/>
            <a:ext cx="3977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 недель пилота: гипотезы, скрипты, материалы для рассылки и сравнения, подключения клиентов.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74904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25196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92808" y="400507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Результат для защиты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4434840"/>
            <a:ext cx="3977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Показать цифры, выгоду для показателей ЭДО и ЭПД, что готово к передаче и как пользоваться материалами.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4904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5196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3488" y="400507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Для кого сейчас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434840"/>
            <a:ext cx="3977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Защита перед продажами и передача другой группе, которая будет тиражировать подход.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Ключевые цифры за 7 недель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600200"/>
            <a:ext cx="2651760" cy="32461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2402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1 395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918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касаний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840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1 084 поток + 311 ЭПД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21608" y="1600200"/>
            <a:ext cx="2651760" cy="32461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22402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32918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3840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проверены в поле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1600200"/>
            <a:ext cx="2651760" cy="32461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2402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2918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подключений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840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общее число продаж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90888" y="1600200"/>
            <a:ext cx="2651760" cy="32461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8048" y="22402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9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329184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поровну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3840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обе гипотезы дали 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0292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Оффер на входе: бесплатное использование безлимитным пакетом на 3 месяца.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Обработка: сколько звонили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Кабинет сотрудника и Доки продвигали в одном звонке. Цифры потока — из статуса КС (23.07–24.08.2026).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828800"/>
            <a:ext cx="2651760" cy="292608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2402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1 084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063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звонков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совместный поток
КС + Доки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21608" y="1828800"/>
            <a:ext cx="2651760" cy="292608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2402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3063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база ЭПД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 скриншота
(гипотеза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6248" y="1828800"/>
            <a:ext cx="2651760" cy="292608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2402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+5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063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из аналитики КС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«База клиентов ЭПД»
в файле КС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0888" y="1828800"/>
            <a:ext cx="2651760" cy="2926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2402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1 395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3063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всего касаний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56616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1 084 + 311
с учётом ЭПД-базы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9377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База ЭПД для гипотезы 1 = 311 + 5 = 316 касаний. Остальной поток 1 084 — совместные звонки, где предлагали и КС, и Доки.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Воронка и кто звонил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716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5448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1 084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прозвонено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5808" y="13716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7248" y="155448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успешных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4648" y="13716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6088" y="155448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сделку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3716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155448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записей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2328" y="137160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8" y="155448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демо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7432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Менеджеры (из статуса «Кабинет сотрудника», август 2026)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86968" y="3108960"/>
          <a:ext cx="10424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554480"/>
                <a:gridCol w="1554480"/>
                <a:gridCol w="1508760"/>
                <a:gridCol w="150876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Менеджер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Прозвонено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Успешных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 сделку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Записи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Юлиана Юнусова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114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60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9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7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Соня Оглоблина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555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238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29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Данил Кургузов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415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185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17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1 084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483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70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11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Показатели по базам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2344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Сводка из статуса КС + отдельно база ЭПД для гипотезы 1 по Доки.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  <a:gridCol w="1645920"/>
                <a:gridCol w="1645920"/>
                <a:gridCol w="1600200"/>
                <a:gridCol w="1600200"/>
              </a:tblGrid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Источник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Прозвон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Успешн.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Сделка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Запись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ЗУП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91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КП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124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60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17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канбана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вебинаров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298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132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13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Заявка с сайта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вахта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125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34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общепит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266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Холодка общепит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31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производства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8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Новая КС / прочие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Итого поток КС+Доки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1 084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483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70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ЭПД (гипотеза 1)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316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—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—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—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9 продаж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Доки по базе ЭПД (вместо 1С-ЭПД)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17320"/>
            <a:ext cx="10424160" cy="10515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Идея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Подключать «Доки» клиентам из базы ЭПД, которым не подходит решение 1С-ЭПД. Объём: 316 касаний (311 со скриншота + 5 из аналитики КС).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269748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07208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Кто клиент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8152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Компании из базы ЭПД, для которых 1С-ЭПД слишком узкий, тяжёлый или неудобный.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356616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75888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Почему Доки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5020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Универсальный ЭДО + при необходимости Доки.Логистика (ЭПД) — шире, чем только 1С-ЭПД.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443484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44568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продаём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188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Альтернативу там, где узкий логистический ЭПД не закрывает задачу клиента.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697480"/>
            <a:ext cx="3429000" cy="26060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92608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Итог гипотезы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33756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0233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продаж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5262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316 касаний → 9 продаж
конверсия 2,8%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2. Доки в скрипте с другими сервисами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71600"/>
            <a:ext cx="104241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81328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Идея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Продавать «Доки» внутри одного разговора вместе с другими сервисами Форус.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256032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0040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Кабинет
сотрудника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931920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Вход через HR/кадровый контур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256032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20040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931920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ЭДО с контрагентами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56032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320040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Смартвей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931920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Командировки и поездки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2248" y="2560320"/>
            <a:ext cx="2468880" cy="196596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8" y="27432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320040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Доки.
Логистика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3931920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Перевозочные документы (ЭПД)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5488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Результат: 9 продаж. Продвижение шло в одном звонке с Кабинетом сотрудника (в потоке 1 084 касаний).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663440"/>
            <a:ext cx="2743200" cy="82296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80060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9 продаж
по скрипту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Сравнение двух гипотез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86968" y="1417320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411480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Гипотеза 1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Гипотеза 2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Суть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Доки для тех, кому не подходит 1С-ЭПД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Доки в связке сервисов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Вход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База ЭПД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Скрипт: КабС → Доки → Смартвей → Доки.Логистика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Касания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316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 потоке 1 084 совместных звонков с КС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Продажи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9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9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Доля пилота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Статус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Подтверждена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Подтверждена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86968" y="50749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Вывод: оба канала дают одинаковый результат. Для тиражирования имеет смысл вести оба входа параллельно.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Выгода для показателей: ЭДО +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«Доки» — это не один продукт в одном показателе. Это два контура в одной продаже.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783080"/>
            <a:ext cx="502920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Показатель 1 — ЭДО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Доки закрывает обычный электронный
документооборот: УПД, счета, акты,
договоры. Клиент обменивается
документами с контрагентами.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51663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Показатель 2 — ЭПД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Доки.Логистика закрывает
перевозочные документы (ЭПД):
накладные, путевые — там, где
нужен логистический контур.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4297680"/>
            <a:ext cx="10424160" cy="141732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48056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это важно для продаж и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3776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Одна сделка по «Доки» может закрывать сразу два показателя — ЭДО и ЭПД. Это сильнее, чем продажа узкого 1С-ЭПД только в один контур. При тиражировании менеджеру выгодно предлагать полный контур: Доки + Доки.Логистика.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уже готово к передаче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630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96596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2808" y="171907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Скрипты продаж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14884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Скрипт: Кабинет сотрудника → Доки → Смартвей → Доки.Логистика, плюс отработка возражений.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630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6596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3488" y="171907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Материалы для рассылки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14884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Готовые блоки и тексты для партнёрских и клиентских коммуникаций.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657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16052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92808" y="391363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Сравнение 1С-ЭПД и Доки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434340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Когда предлагать 1С-ЭПД, а когда — Доки / Доки.Логистика. Обзор и сравнение.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657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16052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3488" y="391363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КП, тарифы, шаблоны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34340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Коммерческие предложения, тарифы, клиентские шаблоны презентаций — всё в репозитории.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использовать материалы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234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Простая схема для новой группы: что брать в работу и в какой момент.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9164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7088" y="1874520"/>
            <a:ext cx="502920" cy="50292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1874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Выбрать вход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26080"/>
            <a:ext cx="2194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База ЭПД → Доки
или скрипт связки
КабС–Доки–Смартвей–Доки.Логистика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69164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98848" y="1874520"/>
            <a:ext cx="502920" cy="50292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874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514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Открыть скрипт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926080"/>
            <a:ext cx="2194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Файл скрипта в
репозитории — вести
разговор по шагам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9164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50608" y="1874520"/>
            <a:ext cx="502920" cy="50292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1874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514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Дать материал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926080"/>
            <a:ext cx="2194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Сравнение / КП /
шаблон презентации /
блок в рассылку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2248" y="1691640"/>
            <a:ext cx="246888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02368" y="1874520"/>
            <a:ext cx="502920" cy="50292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18745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5146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Закрыть оффером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926080"/>
            <a:ext cx="2194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 месяца безлимит
бесплатно → подключение
→ контроль продления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" y="4160520"/>
            <a:ext cx="10424160" cy="15087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2976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Памятка по файлам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63440"/>
            <a:ext cx="9966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Скрипт КабС / Доки / Смартвей — вести звонок  ·  Сравнение 1С-ЭПД и Доки — объяснить, что выбрать клиенту
Шаблон презентации Доки + КП / тарифы — отправить после интереса  ·  Блок в рассылку — для массовых касаний и партнёров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Оффер, с которым подключали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554480"/>
            <a:ext cx="5029200" cy="393192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Промо на входе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 месяца
безлимит
бесплатно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4389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пробует сервис без оплаты пакета. Барьер входа снимается — проще закрыть первое подключение.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66360" cy="86868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Зачем так делали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Быстро проверить спрос и набрать практику подключений.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514600"/>
            <a:ext cx="5166360" cy="86868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2432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важно дальше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926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Отслеживать переход на платный тариф после 3 месяцев.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474720"/>
            <a:ext cx="5166360" cy="86868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58444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Риск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Без контроля продлений «бесплатный старт» не превратится в выручку.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434840"/>
            <a:ext cx="5166360" cy="86868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44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Для тиражирования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463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Оффер оставить, но добавить KPI по оплате после пробного периода.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Выводы по проекту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1732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673352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7335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9235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Обе гипотезы подтверждены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 9 продаж на канал. База ЭПД: 316 касаний → 9 продаж (2,8%). Скрипт связки дал те же 9 в потоке с КС.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46888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724912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9235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Доки закрывает сразу два показателя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26080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ЭДО (Доки) + ЭПД (Доки.Логистика). Одна продажа сильнее узкого 1С-ЭПД по вкладу в KPI.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52044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776472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647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57600"/>
            <a:ext cx="9235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Пакет для тиражирования уже собран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40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Скрипты, рассылки, сравнение, КП и шаблоны лежат в репозитории — новой группе не нужно начинать с нуля.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457200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4828032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2803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709160"/>
            <a:ext cx="9235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Пилот закрыл вопрос «продаётся ли»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029200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Следующий этап — не поиск идеи, а процесс: объём, конверсия, использование и оплата после 3 месяцев.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Рекомендации для тиражирования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630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96596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2808" y="171907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Два канала сразу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14884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Вести параллельно: (1) база ЭПД → Доки, (2) скрипт связки сервисов.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6304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6596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3488" y="171907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Продавать полный контур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14884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каждой сделке закрывать ЭДО (Доки) и, где уместно, ЭПД (Доки.Логистика) — два показателя.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657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16052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92808" y="391363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Передать пакет as-is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434340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Скрипты, сравнения, рассылки и КП — базовый набор. Идти по схеме «как использовать материалы».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657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16052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3488" y="391363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Добавить контроль воронки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343400"/>
            <a:ext cx="3977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Фиксировать: касания → демо → подключения → использование → оплата после пробного периода.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Каких данных не хватает для полной защиты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3258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Ниже — вопросы, которые усилят защиту и передачу. Если данные есть — добавим в презентацию.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82880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9659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Деньги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Средний чек, выручка сейчас и прогноз после окончания 3 бесплатных месяцев?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82880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9659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Активность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Сколько из 18 реально начали отправлять документы?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310896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2461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Отказы по Доки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661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Типовые причины «нет» именно по Доки (не только по Кабинету сотрудника)?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310896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2461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Воронка ЭПД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5661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 базе ЭПД (316): сколько успешных / сделок / демо — кроме итога 9 продаж?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438912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5262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Разделение скрипта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8463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Из 1 084 совместных звонков сколько шли именно по скрипту связки сервисов?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4389120"/>
            <a:ext cx="5212080" cy="1143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45262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Учёт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8463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фиксируют вклад сделки: только ЭДО, только ЭПД или оба показателя?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Просим принять решение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63040"/>
            <a:ext cx="7498079" cy="10515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83080"/>
            <a:ext cx="384048" cy="38404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6420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Признать пилот успешным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18 подключений за 7 недель, обе гипотезы подтверждены поровну.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651760"/>
            <a:ext cx="7498079" cy="10515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971800"/>
            <a:ext cx="384048" cy="38404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5292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Передать в тиражирование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004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Новой группе — пакет скриптов, материалов и двух рабочих каналов продаж.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840480"/>
            <a:ext cx="7498079" cy="10515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160520"/>
            <a:ext cx="384048" cy="38404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416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Закрепить KPI на следующий этап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891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Касания → подключения → вклад в ЭДО/ЭПД → оплата после 3 месяцев.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1463040"/>
            <a:ext cx="2743200" cy="36576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783080"/>
            <a:ext cx="137160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78240" y="329184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ГОТОВО
К ПЕРЕДАЧЕ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2062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18 подключений
ЭДО + ЭПД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