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Проект «Доки»</a:t>
            </a:r>
          </a:p>
          <a:p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Итоги 7 недель и передача в тиражирование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Аналитика для защиты проекта продаж
и передачи другой группе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2 гипотезы  ·  18 подключений  ·  ЭДО + ЭПД в одном продукте  ·  оффер: 3 месяца безлимит</a:t>
            </a:r>
          </a:p>
        </p:txBody>
      </p:sp>
      <p:pic>
        <p:nvPicPr>
          <p:cNvPr id="4" name="Picture 3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Зачем запускали проект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116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Проверить, можно ли стабильно продавать «Доки» двумя понятными способами — и собрать пакет для тиражирования.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50876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01168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6479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9456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 недель пилота: гипотезы, скрипты, материалы для рассылки и сравнения, подключения клиентов.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25196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Результат для защиты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Показать цифры, выгоду для показателей ЭДО и ЭПД, что готово к передаче и как пользоваться материалами.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749040"/>
            <a:ext cx="5212080" cy="2057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5196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4005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кого 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434840"/>
            <a:ext cx="3977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Защита перед продажами и передача другой группе, которая будет тиражировать подход.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Ключевые цифры за 7 недель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длительность пилота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2160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876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проверены в поле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подключений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67677"/>
                </a:solidFill>
                <a:latin typeface="Verdana"/>
                <a:ea typeface="Verdana"/>
                <a:cs typeface="Verdana"/>
              </a:rPr>
              <a:t>общее число продаж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600200"/>
            <a:ext cx="2651760" cy="32461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240280"/>
            <a:ext cx="2377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8048" y="3291840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поровну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8" y="384048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обе гипотезы дали результат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292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Оффер на входе: бесплатное использование безлимитным пакетом на 3 месяца.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Доки по базе ЭПД (вместо 1С-ЭПД)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Подключать «Доки» клиентам из базы ЭПД, которым не подходит решение 1С-ЭПД.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69748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Кто клиент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815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Компании из базы ЭПД, для которых 1С-ЭПД слишком узкий, тяжёлый или неудобный.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56616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7588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Почему Доки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Универсальный ЭДО + при необходимости Доки.Логистика (ЭПД) — шире, чем только 1С-ЭПД.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443484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544568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продаём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188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Альтернативу там, где узкий логистический ЭПД не закрывает задачу клиента.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6974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9260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 гипотезы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33756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233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Подтверждена:
канал из базы ЭПД работает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2. Доки в скрипте с другими сервисами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424160" cy="9601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81328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Продавать «Доки» внутри одного разговора вместе с другими сервисами Форус.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Кабинет
сотрудника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Вход через HR/кадровый контур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ЭДО с контрагентами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Смартвей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Командировки и поездки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42248" y="256032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9408" y="2743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33688" y="320040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Доки.
Логистика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931920"/>
            <a:ext cx="224942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Перевозочные документы (ЭПД)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5488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Результат: 9 продаж (50% пилота). Скрипт связки работает не хуже точечного канала.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466344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80060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9 продаж
по скрипту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Сравнение двух гипотез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6968" y="1508760"/>
          <a:ext cx="10424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114800"/>
                <a:gridCol w="4114800"/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1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2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Суть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для тех, кому не подходит 1С-ЭПД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Доки в связке сервисов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Вход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База ЭПД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Скрипт: КабС → Доки → Смартвей → Доки.Логистика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Продажи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Доля пилота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" y="50749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Вывод: оба канала дают одинаковый результат. Для тиражирования имеет смысл вести оба входа параллельно.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Выгода для показателей: ЭДО + ЭПД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8016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«Доки» — это не один продукт в одном показателе. Это два контура в одной продаже.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783080"/>
            <a:ext cx="502920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Показатель 1 — ЭДО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 закрывает обычный электронный
документооборот: УПД, счета, акты,
договоры. Клиент обменивается
документами с контрагентами.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83080"/>
            <a:ext cx="5166360" cy="2331720"/>
          </a:xfrm>
          <a:prstGeom prst="roundRect">
            <a:avLst>
              <a:gd name="adj" fmla="val 10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Показатель 2 — ЭПД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663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Доки.Логистика закрывает
перевозочные документы (ЭПД):
накладные, путевые — там, где
нужен логистический контур.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4297680"/>
            <a:ext cx="10424160" cy="14173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48056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Почему это важно для продаж и KPI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37760"/>
            <a:ext cx="98755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Одна сделка по «Доки» может закрывать сразу два показателя — ЭДО и ЭПД. Это сильнее, чем продажа узкого 1С-ЭПД только в один контур. При тиражировании менеджеру выгодно предлагать полный контур: Доки + Доки.Логистика.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Что уже готово к передаче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Скрипты продаж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Скрипт: Кабинет сотрудника → Доки → Смартвей → Доки.Логистика, плюс отработка возражений.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Материалы для рассылки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Готовые блоки и тексты для партнёрских и клиентских коммуникаций.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Сравнение 1С-ЭПД и Доки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Когда предлагать 1С-ЭПД, а когда — Доки / Доки.Логистика. Обзор и сравнение.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КП, тарифы, шаблоны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Коммерческие предложения, тарифы, клиентские шаблоны презентаций — всё в репозитории.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использовать материалы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23444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Простая схема для новой группы: что брать в работу и в какой момент.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4708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708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Выбрать вход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База ЭПД → Доки
или скрипт связки
КабС–Доки–Смартвей–Доки.Логистика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9884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Открыть скрипт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Файл скрипта в
репозитории — вести
разговор по шагам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5060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060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Дать материал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Сравнение / КП /
шаблон презентации /
блок в рассылку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42248" y="169164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02368" y="1874520"/>
            <a:ext cx="502920" cy="50292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874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2514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Закрыть оффером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926080"/>
            <a:ext cx="21945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месяца безлимит
бесплатно → подключение
→ контроль продления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4160520"/>
            <a:ext cx="10424160" cy="15087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2976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Памятка по файлам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663440"/>
            <a:ext cx="99669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 КабС / Доки / Смартвей — вести звонок  ·  Сравнение 1С-ЭПД и Доки — объяснить, что выбрать клиенту
Шаблон презентации Доки + КП / тарифы — отправить после интереса  ·  Блок в рассылку — для массовых касаний и партнёров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Оффер, с которым подключали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55448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Промо на входе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4389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месяца
безлимит
бесплатно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4389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 пробует сервис без оплаты пакета. Барьер входа снимается — проще закрыть первое подключение.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6420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Зачем так делали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Быстро проверить спрос и набрать практику подключений.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51460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62432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Что важно дальше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Отслеживать переход на платный тариф после 3 месяцев.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47472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58444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Риск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8862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Без контроля продлений «бесплатный старт» не превратится в выручку.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434840"/>
            <a:ext cx="5166360" cy="8686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Для тиражирования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463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Оффер оставить, но добавить KPI по оплате после пробного периода.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Выводы по проекту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1732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67335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7335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55448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Обе гипотезы подтверждены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87452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 9 продаж на каждый канал. Нет «слабого» направления — оба входа можно масштабировать.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46888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72491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72491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Доки закрывает сразу два показателя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2608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ЭДО (Доки) + ЭПД (Доки.Логистика). Одна продажа сильнее узкого 1С-ЭПД по вкладу в KPI.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52044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377647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7647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5760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Пакет для тиражирования уже собран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4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рассылки, сравнение, КП и шаблоны лежат в репозитории — новой группе не нужно начинать с нуля.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4572000"/>
            <a:ext cx="10424160" cy="9144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7280" y="4828032"/>
            <a:ext cx="411480" cy="411480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82803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709160"/>
            <a:ext cx="9235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Пилот закрыл вопрос «продаётся ли»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029200"/>
            <a:ext cx="9235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Следующий этап — не поиск идеи, а процесс: объём, конверсия, использование и оплата после 3 месяцев.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Рекомендации для тиражирования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280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Два канала сразу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Вести параллельно: (1) база ЭПД → Доки, (2) скрипт связки сервисов.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46304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96596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3488" y="171907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Продавать полный контур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14884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каждой сделке закрывать ЭДО (Доки) и, где уместно, ЭПД (Доки.Логистика) — два показателя.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41605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9280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пакет as-is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Скрипты, сравнения, рассылки и КП — базовый набор. Идти по схеме «как использовать материалы».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3657600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1605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33488" y="3913632"/>
            <a:ext cx="3977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Добавить контроль воронки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4343400"/>
            <a:ext cx="3977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Фиксировать: касания → демо → подключения → использование → оплата после пробного периода.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Каких данных не хватает для полной защиты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86968" y="132588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Ниже — вопросы, которые усилят защиту и передачу. Если данные есть — добавим в презентацию.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Воронка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касаний / звонков / демо на 18 продаж? Какая конверсия по этапам?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82880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6248" y="19659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22860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Размер базы ЭПД и сколько контактов обработали по каждой гипотезе?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Деньги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Средний чек, выручка сейчас и прогноз после окончания 3 бесплатных месяцев?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310896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324612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Активность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5661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Сколько из 18 реально начали отправлять документы?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Типовые причины «нет» и где клиенты отваливаются чаще всего?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4389120"/>
            <a:ext cx="5212080" cy="1143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45262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Учёт 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48463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Как сейчас фиксируют вклад сделки: только ЭДО, только ЭПД или оба показателя?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Просим принять решение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46304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78308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6420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Признать пилот успешным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 за 7 недель, обе гипотезы подтверждены поровну.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6517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97180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718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85292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Передать в тиражирование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004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Новой группе — пакет скриптов, материалов и двух рабочих каналов продаж.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8404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160520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04164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Закрепить KPI на следующий этап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891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Подключения + вклад в ЭДО и ЭПД + переход на оплату после 3 месяцев.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1463040"/>
            <a:ext cx="2743200" cy="3657600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783080"/>
            <a:ext cx="1371600" cy="1371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78240" y="329184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ГОТОВО
К ПЕРЕДАЧЕ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20624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18 подключений
ЭДО + ЭПД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