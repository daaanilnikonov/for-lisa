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1С:Кабинет сотрудника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Кадровый электронный документооборот
без лишних программ и сложного внедрения</a:t>
            </a:r>
          </a:p>
          <a:p>
            <a:pPr>
              <a:spcBef>
                <a:spcPts val="1800"/>
              </a:spcBef>
            </a:pPr>
            <a:r>
              <a:rPr sz="14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Преддемонстрация сервиса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Все кадровые вопросы — в привычной системе 1С
для сотрудников, руководителей, кадровиков и бухгалтерии</a:t>
            </a:r>
          </a:p>
        </p:txBody>
      </p:sp>
      <p:pic>
        <p:nvPicPr>
          <p:cNvPr id="4" name="Picture 3" descr="device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828800"/>
            <a:ext cx="4572000" cy="33163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Почему компании переходят на КЭДО?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Бумажный кадровый документооборот тормозит работу всей компании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91640"/>
            <a:ext cx="5212080" cy="16916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48840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92808" y="1965960"/>
            <a:ext cx="3977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Документы долго согласовываются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2468880"/>
            <a:ext cx="3977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Согласования растягиваются на дни, а не на минуты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691640"/>
            <a:ext cx="5212080" cy="16916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_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14884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33488" y="1965960"/>
            <a:ext cx="3977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Бумага требует хранения и печати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468880"/>
            <a:ext cx="3977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Печать, полки, курьеры и риск потери оригиналов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547872"/>
            <a:ext cx="5212080" cy="16916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005072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92808" y="3822192"/>
            <a:ext cx="3977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Удалённые сотрудники едут ради подписи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2808" y="4325112"/>
            <a:ext cx="3977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Дистанционные сотрудники тратят время на поездки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3547872"/>
            <a:ext cx="5212080" cy="16916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005072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33488" y="3822192"/>
            <a:ext cx="3977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Рутина кадровиков и бухгалтерии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4325112"/>
            <a:ext cx="3977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Часы ежедневно уходят на заявления, расчётные и архив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" y="5349240"/>
            <a:ext cx="10424160" cy="86868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4406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 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532120"/>
            <a:ext cx="7132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экономии времени после перехода на КЭДО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такое 1С:Кабинет сотрудника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Все кадровые процессы — в привычной системе 1С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96596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Сотрудник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Заявления, отпуска,
справки, подпись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743200"/>
            <a:ext cx="256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828800"/>
            <a:ext cx="196596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2072" y="21488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Руководитель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62072" y="310896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Согласование
со смартфона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743200"/>
            <a:ext cx="256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1184" y="1828800"/>
            <a:ext cx="1965960" cy="233172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2624" y="21488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1С:Кабинет
сотрудника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310896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Единое цифровое
пространство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1424" y="2743200"/>
            <a:ext cx="256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31736" y="1828800"/>
            <a:ext cx="196596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3176" y="21488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Кадровик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310896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Документы 1С
без повторного ввода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2743200"/>
            <a:ext cx="256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62288" y="1828800"/>
            <a:ext cx="196596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1488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Бухгалтер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10896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Расчётные листки
с подтверждением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" y="4572000"/>
            <a:ext cx="1042416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0600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Не требуется отдельная HR-платформа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257800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Работа продолжается в привычной 1С. Сервис связывает сотрудника, руководителя, кадровика и бухгалтера в одном контуре.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умеет сервис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Ключевые возможности 1С:Кабинет сотрудника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45920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1874520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74520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1828800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Заявления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1645920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310128" y="1874520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8" y="1874520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1828800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Отпуска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58968" y="1645920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96128" y="1874520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6128" y="1874520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1828800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Отсутствия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" y="2487168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" y="2715768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2715768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2670048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Расчётные листки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72968" y="2487168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10128" y="2715768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0128" y="2715768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5888" y="2670048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Справки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58968" y="2487168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596128" y="2715768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96128" y="2715768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1888" y="2670048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Персональные данные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" y="3328416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4128" y="3557016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3557016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3511296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Кадровые документы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72968" y="3328416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10128" y="3557016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0128" y="3557016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5888" y="3511296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Согласование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58968" y="3328416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96128" y="3557016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96128" y="3557016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1888" y="3511296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Электронная подпись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6968" y="4169664"/>
            <a:ext cx="2148840" cy="713232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4128" y="4398264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" y="4398264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89888" y="4352544"/>
            <a:ext cx="1508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Госключ</a:t>
            </a:r>
          </a:p>
        </p:txBody>
      </p:sp>
      <p:pic>
        <p:nvPicPr>
          <p:cNvPr id="45" name="Picture 44" descr="device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554480"/>
            <a:ext cx="4023360" cy="2918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Почему сотрудникам нравится сервис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Все кадровые вопросы — со смартфона</a:t>
            </a:r>
          </a:p>
        </p:txBody>
      </p:sp>
      <p:pic>
        <p:nvPicPr>
          <p:cNvPr id="5" name="Picture 4" descr="phone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2269598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931920" y="1600200"/>
            <a:ext cx="7360920" cy="475488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069080" y="1709928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709928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73352"/>
            <a:ext cx="6675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Посмотреть расчётный листок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130552"/>
            <a:ext cx="7360920" cy="475488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69080" y="2240280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9080" y="2240280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03704"/>
            <a:ext cx="6675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Подать заявление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660904"/>
            <a:ext cx="7360920" cy="475488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69080" y="2770632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2770632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734056"/>
            <a:ext cx="6675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Узнать остаток отпуска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3191256"/>
            <a:ext cx="7360920" cy="475488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69080" y="3300984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3300984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264408"/>
            <a:ext cx="6675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Получить справку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721608"/>
            <a:ext cx="7360920" cy="475488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69080" y="3831336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69080" y="3831336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794760"/>
            <a:ext cx="6675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Подписать документ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31920" y="4251960"/>
            <a:ext cx="7360920" cy="475488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069080" y="4361688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69080" y="4361688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25112"/>
            <a:ext cx="6675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Найти любой документ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31920" y="4782312"/>
            <a:ext cx="7360920" cy="475488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69080" y="4892040"/>
            <a:ext cx="256032" cy="256032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9080" y="4892040"/>
            <a:ext cx="2560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855464"/>
            <a:ext cx="6675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Выпустить подпись самостоятельно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" y="5806440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879592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Вопрос: Как сейчас сотрудники получают расчётные листки?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получает кадровик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Меньше рутины — больше контроля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984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Заявления автоматически превращаются в документы 1С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1052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Данные не нужно вводить повторно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984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не теряются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1052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Все задачи собираются в одном месте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Меньше ошибок при оформлении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1052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Электронный архив всегда доступен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" y="5806440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879592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Вопрос: Сколько времени кадровая служба тратит на обработку заявлений?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получает бухгалтер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Автоматизация без лишней работы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984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Автоматическая отправка расчётных листков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1052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Подтверждение получения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984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Меньше обращений сотрудников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1052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Меньше печати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формируются прямо из 1С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1052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Меньше ручного ввода данных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получает руководитель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Полный контроль процессов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984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Согласование документов с телефона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1052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Статусы документов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984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Видно, кто подписал, а кто нет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1052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Можно назначить заместителя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Быстрее согласование отпусков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1052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Прозрачность процессов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" y="5806440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879592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Вопрос: Как сейчас руководители согласовывают отпуска?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получает ИТ-специалист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Простое сопровождение без новых систем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984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Встроено в 1С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64592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10528" y="205740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05740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18745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нужно обучать новой программе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984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требуется отдельная база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953512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10528" y="3364992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364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3182112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Поддержка облачной и локальной версии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Хранение документов внутри 1С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4261104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10528" y="4672584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46725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4489704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Минимальная нагрузка на сопровождение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Почему именно 1С:Кабинет сотрудника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Сравнение с другими решениями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17320"/>
                <a:gridCol w="1417320"/>
                <a:gridCol w="1554480"/>
                <a:gridCol w="18288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Возможность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1С КС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HRlink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VK HR Tek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Контур КЭДО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Saby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Работа внутри 1С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❌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❌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❌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❌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Мобильное приложение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Электронные подписи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Автосоздание документов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Без двойной работы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✅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⚠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86968" y="5212080"/>
            <a:ext cx="10424160" cy="1005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34924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Главное преимущество — сотрудники продолжают работать в привычной системе 1С.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15000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67677"/>
                </a:solidFill>
                <a:latin typeface="Verdana"/>
                <a:ea typeface="Verdana"/>
                <a:cs typeface="Verdana"/>
              </a:rPr>
              <a:t>Сравнение ориентировочное и требует проверки перед публикацией.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Экономический эффект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Реальная экономия по данным проектов и материалов Форус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2651760" cy="3200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 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1188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экономии времени
на кадровой рутине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783080"/>
            <a:ext cx="2651760" cy="320040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24231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 475 тыс.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61188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экономии за три месяца
на одном из проектов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783080"/>
            <a:ext cx="2651760" cy="3200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 21 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61188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 сотрудника
в месяц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1783080"/>
            <a:ext cx="2651760" cy="320040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24231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Более 5000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3611880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клиентов уже
используют сервис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21208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Стоимость — от 21 до 30 ₽/мес. на сотрудника (в зависимости от числа кабинетов и периода).
Пример: 10 сотрудников — 3 360 ₽/год · 25 — 8 400 ₽/год · 50 — 16 800 ₽/год · 100 — 33 600 ₽/год.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 проходит внедрение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Простой путь к запуску без ломки процессов 1С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2331720"/>
            <a:ext cx="9601200" cy="45720"/>
          </a:xfrm>
          <a:prstGeom prst="rect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45336" y="219456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2103120" cy="219456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71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Подключение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1828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Подключаем сервис
к вашей 1С</a:t>
            </a:r>
          </a:p>
        </p:txBody>
      </p:sp>
      <p:sp>
        <p:nvSpPr>
          <p:cNvPr id="11" name="Oval 10"/>
          <p:cNvSpPr/>
          <p:nvPr/>
        </p:nvSpPr>
        <p:spPr>
          <a:xfrm>
            <a:off x="3813048" y="219456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7792" y="2834640"/>
            <a:ext cx="2103120" cy="219456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2971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338328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Настройка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3931920"/>
            <a:ext cx="1828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Роли, процессы,
печатные формы</a:t>
            </a:r>
          </a:p>
        </p:txBody>
      </p:sp>
      <p:sp>
        <p:nvSpPr>
          <p:cNvPr id="16" name="Oval 15"/>
          <p:cNvSpPr/>
          <p:nvPr/>
        </p:nvSpPr>
        <p:spPr>
          <a:xfrm>
            <a:off x="6080760" y="219456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75504" y="2834640"/>
            <a:ext cx="2103120" cy="219456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664" y="2971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4" y="338328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Выпуск подписей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2664" y="3931920"/>
            <a:ext cx="1828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УНЭП / Госключ
для сотрудников</a:t>
            </a:r>
          </a:p>
        </p:txBody>
      </p:sp>
      <p:sp>
        <p:nvSpPr>
          <p:cNvPr id="21" name="Oval 20"/>
          <p:cNvSpPr/>
          <p:nvPr/>
        </p:nvSpPr>
        <p:spPr>
          <a:xfrm>
            <a:off x="8348472" y="219456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43216" y="2834640"/>
            <a:ext cx="2103120" cy="219456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0376" y="2971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0376" y="338328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0376" y="3931920"/>
            <a:ext cx="1828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Видеоуроки
и короткие инструкции</a:t>
            </a:r>
          </a:p>
        </p:txBody>
      </p:sp>
      <p:sp>
        <p:nvSpPr>
          <p:cNvPr id="26" name="Oval 25"/>
          <p:cNvSpPr/>
          <p:nvPr/>
        </p:nvSpPr>
        <p:spPr>
          <a:xfrm>
            <a:off x="10616184" y="2194560"/>
            <a:ext cx="292608" cy="29260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0928" y="2834640"/>
            <a:ext cx="2103120" cy="219456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48088" y="2971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48088" y="338328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Начало работы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8088" y="3931920"/>
            <a:ext cx="1828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Заявления, расчётные,
согласования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" y="5303520"/>
            <a:ext cx="10424160" cy="7772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40680"/>
            <a:ext cx="9966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Внедрение не меняет привычный процесс работы в 1С.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покажем на демонстрации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Предлагаем посмотреть сервис на ваших процессах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9164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8745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55648" y="192024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Оформление отпуска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69164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7452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96328" y="192024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Отправка расчётного листка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274320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29260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5648" y="297180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Согласование руководителем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274320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292608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96328" y="297180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Подписание документов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" y="379476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9848" y="397764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55648" y="40233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Выпуск подписи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379476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397764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96328" y="40233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Работа мобильного приложения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7308" y="4846320"/>
            <a:ext cx="5212080" cy="91440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2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188" y="502920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475988" y="507492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Работа кадровика в 1С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Обсудим ваши процессы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Какие кадровые задачи сегодня
занимают больше всего времени?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Открытый вопрос помогает перейти к демонстрации
исходя из реальных потребностей вашей компании.
+7 (3952) 78-23-08  ·  otdel-its@forus.ru</a:t>
            </a:r>
          </a:p>
        </p:txBody>
      </p:sp>
      <p:pic>
        <p:nvPicPr>
          <p:cNvPr id="4" name="Picture 3" descr="icon_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50292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