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Блиц-обучение для МПП</a:t>
            </a:r>
          </a:p>
          <a:p>
            <a:pPr>
              <a:spcBef>
                <a:spcPts val="800"/>
              </a:spcBef>
            </a:pPr>
            <a:r>
              <a:rPr sz="3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Сбор потребности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на основе скрипта «Блиц-запись»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Как спрашивать клиента без страха
и вести звонок к демонстрации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Источник: скрипт холодного звонка «Блиц-запись»
Этап 3 · Вопросы → боль → демо 15–20 минут</a:t>
            </a:r>
          </a:p>
        </p:txBody>
      </p:sp>
      <p:pic>
        <p:nvPicPr>
          <p:cNvPr id="4" name="Picture 3" descr="icon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Зачем это обучение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01168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38528" y="1737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Понять этап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2240280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сбор потребности в скрипте «Блиц-запись» и где он стоит в звонке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1417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01168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9208" y="1737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Убрать страх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79208" y="2240280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Вопросы — не «давление», а способ помочь клиенту и себе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703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29768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38528" y="4023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Освоить карту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4526280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8 вопросов скрипта: что спрашиваем и что фиксируем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3703320"/>
            <a:ext cx="52120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29768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79208" y="4023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Закрепить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526280"/>
            <a:ext cx="3931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Кейсы за 2 минуты: какие вопросы задать и к какой боли вести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Логика звонка по скрипту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737360"/>
            <a:ext cx="1971446" cy="32918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057400"/>
            <a:ext cx="169712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17885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Контакт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429000"/>
            <a:ext cx="175199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Находим ЛПР,
берём 2–3 минуты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2694" y="31089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3006" y="1737360"/>
            <a:ext cx="1971446" cy="32918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0166" y="2057400"/>
            <a:ext cx="169712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4446" y="2788920"/>
            <a:ext cx="17885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Сервис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2734" y="3429000"/>
            <a:ext cx="175199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20–25 сек про
«Блиц-запись»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8732" y="31089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9044" y="1737360"/>
            <a:ext cx="1971446" cy="32918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6204" y="2057400"/>
            <a:ext cx="169712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0484" y="2788920"/>
            <a:ext cx="17885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Потребность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8772" y="3429000"/>
            <a:ext cx="175199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Вопросы → боль
→ что фиксируем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4771" y="31089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5083" y="1737360"/>
            <a:ext cx="1971446" cy="32918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2243" y="2057400"/>
            <a:ext cx="169712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6523" y="2788920"/>
            <a:ext cx="17885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Под боль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4811" y="3429000"/>
            <a:ext cx="175199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Старт 0 ₽ /
модули / тариф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0809" y="31089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1121" y="1737360"/>
            <a:ext cx="1971446" cy="32918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68281" y="2057400"/>
            <a:ext cx="169712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2561" y="2788920"/>
            <a:ext cx="17885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Демо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0849" y="3429000"/>
            <a:ext cx="175199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15–20 минут,
выбор из двух слотов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3035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 звонке не продаём подписку — продаём интерес к демонстрации.
Сегодня разбираем только этап 3: сбор потребности.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сбор потребности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Это этап звонка, где клиент говорит больше нас.
Мы выясняем: как сейчас принимают запись, чем пользуются, что болит — и подтверждаем услышанное.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2926080"/>
            <a:ext cx="2560320" cy="26517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Не продажа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97764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читаем прайс и не спорим с «Юклиентс» / «Дикиди»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2926080"/>
            <a:ext cx="2560320" cy="26517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Диагностика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397764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Открытый переход: «Расскажите, как у вас сейчас записываются клиенты?»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926080"/>
            <a:ext cx="2560320" cy="26517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Фиксация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97764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Канал · кто ведёт · инструмент · потери · неявки · главная боль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9408" y="2926080"/>
            <a:ext cx="2560320" cy="26517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32004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Мост к офферу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397764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 3.8 («Правильно понимаю…») — рассказ под боль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Зачем нужен этот этап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691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Без боли — мимо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286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Презентация «в воздух» не цепляет. Боль из ответов клиента делает оффер личным.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53128" y="1417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6008" y="1691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Старт 0 ₽ — не всегда ответ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286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Кому-то нужна цена, кому-то — онлайн с 2ГИС, кому-то — порядок в расписании.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1417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691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ЛПР и оператор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2286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 «кто ведёт расписание» показывает, с кем решать и кого звать на демо.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703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3977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Возражения мягче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572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Когда клиент сам назвал боль, легче пригласить на 15 минут демо.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3703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3977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Не спорим с конкурентом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4572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Спрашиваем «что удобно / что мешает» — сравниваем, а не критикуем.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370332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397764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Цель звонка — демо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457200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Сбор потребности готовит приглашение, а не «закрытие» на оплату.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Спрашивать без страха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716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6002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Миф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96596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«Я навязываюсь вопросами»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1600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Факт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0168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чувствует интерес.
Молчание и монолог — хуже.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3716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6002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Миф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«Сейчас откажут»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6568" y="1600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Факт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16568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Отказ чаще от продажи
в лоб, а не от вопроса.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6576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8862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Миф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25196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«Надо сразу про тариф»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Факт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4251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Сначала боль — потом
Старт 0 ₽ под эту боль.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3657600"/>
            <a:ext cx="5257800" cy="2103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8862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Миф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251960"/>
            <a:ext cx="2194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«Не знаю, что спросить»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Факт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4251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скрипте уже есть карта:
3.1 → 3.8. Не импровизируй с нуля.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задавать вопросы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7160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Типы из скрипта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7548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Открытый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рассказывает. Пример: «Как записываются клиенты?»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Закрытый → открытый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Сначала факт, потом глубина: «Чем пользуетесь — тетрадь, Юклиентс…?» → «Что мешает?»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Подтверждение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3.8: «Правильно понимаю: сейчас… мешает… важно… Верно?»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Правила на звонке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6634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Один вопрос — пауза — слушаем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Не дольше 40–50 сек подряд говорим сами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Не спорим с текущим сервисом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Фиксируем ответы (даже коротко)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5. Не прыгаем сразу в прайс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6. Завершаем повтором услышанного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7. Из боли берём 2–3 пункта в оффер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Карта вопросов · 3.1–3.4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566928" cy="411480"/>
          </a:xfrm>
          <a:prstGeom prst="roundRect">
            <a:avLst>
              <a:gd name="adj" fmla="val 5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457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7048" y="1325880"/>
            <a:ext cx="1755648" cy="411480"/>
          </a:xfrm>
          <a:prstGeom prst="roundRect">
            <a:avLst>
              <a:gd name="adj" fmla="val 5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325880"/>
            <a:ext cx="5687568" cy="411480"/>
          </a:xfrm>
          <a:prstGeom prst="roundRect">
            <a:avLst>
              <a:gd name="adj" fmla="val 5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99032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 (из скрипта)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16567" y="1325880"/>
            <a:ext cx="2029967" cy="411480"/>
          </a:xfrm>
          <a:prstGeom prst="roundRect">
            <a:avLst>
              <a:gd name="adj" fmla="val 5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19" y="13990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Фиксируем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182880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3.1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7048" y="182880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96596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 записывают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82880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96596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Клиенты чаще звонят, пишут в мессенджеры, из соцсетей — или уже есть онлайн-запись?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7" y="182880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Канал записи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288036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01752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3.2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27048" y="288036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01752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Кто ведёт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288036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1752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этим занимается — вы сами, администратор или мастер?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16567" y="288036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01752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/ оператор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" y="393192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3.3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7048" y="393192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406908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Чем пользуются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393192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06908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Тетрадь, таблица, «Юклиентс», «Дикиди»? → что удобно / что мешает?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6567" y="393192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19" y="406908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Инструмент + боли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" y="4983479"/>
            <a:ext cx="56692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12064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3.4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27048" y="4983479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512064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Потери заявок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5848" y="4983479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12064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час пик не дозваниваются, пишут — и запись пропадает? Как часто?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16567" y="4983479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19" y="512064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Потери и хаос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6263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Источник: скрипт холодного звонка «Блиц-запись», блок 3. Сбор потребности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Карта вопросов · 3.5–3.8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566928" cy="4114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99032"/>
            <a:ext cx="457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7048" y="1325880"/>
            <a:ext cx="1755648" cy="4114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325880"/>
            <a:ext cx="5687568" cy="4114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99032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 (из скрипта)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16567" y="1325880"/>
            <a:ext cx="2029967" cy="41148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19" y="1399032"/>
            <a:ext cx="19202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Фиксируем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182880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3.5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27048" y="182880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96596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Онлайн и каналы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82880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96596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Могут сами записаться с сайта, 2ГИС, соцсетей — или всё через администратора? Было бы удобно без звонка?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16567" y="182880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96596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Готовность к онлайн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288036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01752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3.6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27048" y="288036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01752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Неявки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288036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1752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 напоминаете о визите? → А неявки сильно бьют по загрузке?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16567" y="288036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19" y="301752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Напоминания / no-show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" y="3931920"/>
            <a:ext cx="56692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6908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3.7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7048" y="3931920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406908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Главная боль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55848" y="3931920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06908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честно: что в записи и расписании больше всего отнимает время или нервы?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16567" y="3931920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19" y="406908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Главная боль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" y="4983479"/>
            <a:ext cx="56692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120640"/>
            <a:ext cx="45719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3.8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27048" y="4983479"/>
            <a:ext cx="175564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5120640"/>
            <a:ext cx="164592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Повтор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55848" y="4983479"/>
            <a:ext cx="5687568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120640"/>
            <a:ext cx="557784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Правильно понимаю: сейчас [как], мешает [боль], важно [цель]. Верно?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16567" y="4983479"/>
            <a:ext cx="2029967" cy="978407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19" y="5120640"/>
            <a:ext cx="1920239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Подтверждение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6263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67677"/>
                </a:solidFill>
                <a:latin typeface="Verdana"/>
                <a:ea typeface="Verdana"/>
                <a:cs typeface="Verdana"/>
              </a:rPr>
              <a:t>3.8 — обязательный мост: без подтверждения не переходим к рассказу под боль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Из боли — в рассказ (этап 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2704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Теряют заявки / много звонков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Сами записываются с сайта, 2ГИС, соцсетей → сразу в календарь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19456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Дорого / не готовы платить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231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Тариф «Старт» — 0 ₽/мес: календарь, онлайн-запись, прайс, до 5 сотрудников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063239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64407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Путаница в расписании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91839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39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00399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Одно расписание, без задвоений; на «Управлении» — графики и загрузка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393192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13308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Нужна база / возврат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1605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31920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06908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База на «Старте»; история, аналитика, лояльность — в модулях / «Управление»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01768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Всё под ключ и бренд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92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800600"/>
            <a:ext cx="4983480" cy="77724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937760"/>
            <a:ext cx="4617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«Премиум»: менеджер, брендирование, запуск, каналы и аналитика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Практика</a:t>
            </a:r>
          </a:p>
          <a:p>
            <a:pPr>
              <a:spcBef>
                <a:spcPts val="1000"/>
              </a:spcBef>
            </a:pPr>
            <a:r>
              <a:rPr sz="3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Упражнения на закрепление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Таймер · вопросы из скрипта · без чтения прайса
Разбор — на следующих слайдах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Кейсы опираются на реальные сценарии клиентов «Блиц-запись»</a:t>
            </a:r>
          </a:p>
        </p:txBody>
      </p:sp>
      <p:pic>
        <p:nvPicPr>
          <p:cNvPr id="4" name="Picture 3" descr="icon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Упражнение 1 · Кейс за 2 минуты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280160"/>
            <a:ext cx="6766560" cy="4663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Салон красоты «Луна»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4008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на линии — владелица салона.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Факты, которые она уже сказала (или видно из разговора):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Сейчас сидят на «Юклиентс», 6 мастеров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База ~2 000 клиентов, ~100 услуг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«Платим много, а половиной функций не пользуемся»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Сайт грузится медленно, раздражает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Спрашивает: «А переносить базу не замучаемся?»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Задача (2 минуты): выпиши 4–5 вопросов из карты
сбора потребности, которые нужно задать дальше,
и одну фразу повтора (3.8).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280160"/>
            <a:ext cx="3520440" cy="46634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544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3063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1. Таймер 2:00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2. Пиши вопросы, не оффер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 Можно смотреть карту 3.1–3.8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4. Потом — разбор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Критерий успеха: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есть вопросы про цену/лишнее,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миграцию, кто ведёт запись,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 подтверждение боли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Упражнение 2 · Кейс за 2 минуты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280160"/>
            <a:ext cx="6766560" cy="4663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Автомойка «Элис» · 8 постов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640080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— руководитель комплекса.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известно: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~2 000 записей в месяц, онлайн — только ~5%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95% идёт через администратора (телефон / на месте)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Недовольны текущим сервисом: ошибки в зарплатах,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 поддержка не помогла с телефонией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В час пик администраторы «тонут» в потоке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Цена текущего решения ~120 000 ₽/год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Задача (2 минуты): какие вопросы задать,
чтобы уточнить потребность и не уйти сразу
в «у нас дешевле»? Назови главную боль для 3.7.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280160"/>
            <a:ext cx="3520440" cy="466344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544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Подсказка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103120"/>
            <a:ext cx="306324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начинай с цены.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Сначала: канал записи,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кто ведёт, час пик,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отнимает нервы,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нужна ли онлайн-запись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вообще.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— следствие,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первый вопрос.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Упражнение 3 · Перепиши вопрос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 90 секунд: замени «плохие» формулировки на вопросы в духе скрипта.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182880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«Вам нужна онлайн-запись?»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84832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→ Открытый / закрытый→открытый из карты 3.1 или 3.5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83464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9067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«Сколько вы платите за Юклиентс?»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834640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090672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→ Сначала 3.3: чем пользуетесь → что мешает / лишнее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384048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9651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«Давайте я расскажу про наши тарифы»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840480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96512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→ Сначала 3.7 и 3.8, потом рассказ под боль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484632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102352"/>
            <a:ext cx="4709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6F51"/>
                </a:solidFill>
                <a:latin typeface="Verdana"/>
                <a:ea typeface="Verdana"/>
                <a:cs typeface="Verdana"/>
              </a:rPr>
              <a:t>«Почему у вас до сих пор тетрадь?»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846320"/>
            <a:ext cx="5257800" cy="868680"/>
          </a:xfrm>
          <a:prstGeom prst="roundRect">
            <a:avLst>
              <a:gd name="adj" fmla="val 8000"/>
            </a:avLst>
          </a:prstGeom>
          <a:solidFill>
            <a:srgbClr val="1E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102352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→ Без оценки: «Как сейчас принимаете запись?»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Разбор · кейс «Луна»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10515600" cy="4663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08760"/>
            <a:ext cx="10058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Сильные вопросы (опора на скрипт):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3.2 Кто ведёт запись и расписание мастеров — вы или администратор?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3.3 Что в «Юклиентс» удобно, а что лишнее / мешает? (уже намекнули на цену и функции)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3.5 Клиенты могут записаться сами с сайта / 2ГИС / соцсетей?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Уточнение боли миграции: «Базу и услуги кто-то уже пробовал переносить — или это главный страх?»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3.7 Что сильнее бесит: цена, лишние функции или скорость работы?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Фраза 3.8: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«Правильно понимаю: сейчас «Юклиентс», 6 мастеров, платите за функции, которыми почти не пользуетесь,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сайт тормозит, и важно перейти без потери базы ~2 000 клиентов. Верно?»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Дальше в оффер: Старт/экономия + переход под ключ / Премиум при страхе миграции — не прайс целиком.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Разбор · кейс «Элис»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10515600" cy="46634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08760"/>
            <a:ext cx="100584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Сильные вопросы: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3.1 Как сейчас принимают запись в час пик — звонок, на месте, мессенджер?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3.2 Кто ведёт 8 постов: сколько администраторов, кто решает по ПО?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3.4 Бывает, что поток «ломает» запись и заявки теряются? Как часто?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3.5 Онлайн вам принципиально нужен, или важнее удобный инструмент администратора?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3.3 / боль: «Зарплаты и поддержка — что больнее прямо сейчас?»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• 3.7 Главная боль для формулировки: хаос в пике + ошибки расчётов + глухая поддержка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3.8: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«Правильно понимаю: 95% записи через администратора, в пике не хватает удобного инструмента,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бесят ошибки в зарплатах и поддержка, а онлайн — не главная цель. Важно, чтобы система слушала вас. Верно?»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2A9D8F"/>
                </a:solidFill>
                <a:latin typeface="Verdana"/>
                <a:ea typeface="Verdana"/>
                <a:cs typeface="Verdana"/>
              </a:rPr>
              <a:t>Не вести с «у нас 0 ₽» первым — здесь боль в кастомизации и работе администратора.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Шпаргалка на звонок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4173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Перед вопросами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37744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Коротко про сервис (20–25 сек)
→ «Расскажите, как сейчас записываются клиенты?»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4448" y="14173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21608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Минимум 5 тем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1608" y="237744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Канал · кто · инструмент · потери/пик · главная боль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4173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Обязательно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7744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3.8 повтор услышанного
перед любым оффером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8" y="1417320"/>
            <a:ext cx="2560320" cy="32004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После боли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6568" y="2377440"/>
            <a:ext cx="2286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2–3 пункта из ответов
→ приглашение на демо 15–20 мин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4800600"/>
            <a:ext cx="10515600" cy="109728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Помни: спрашивать — не страшно. Страшно продавать вслепую.
Скрипт уже дал тебе вопросы — твоя работа — слушать и повторить боль словами клиента.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Итог и практика после обучения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7160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Сегодня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Знаешь место этапа 3, карту 3.1–3.8 и зачем повтор 3.8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46888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смене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46888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ближайших 5 звонках по «Блиц-записи» явно пройди блок вопросов до прайса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56616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Самопроверка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56616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84048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 звонка: какие 3 ответа зафиксировал? Смог ли сказать 3.8 своими словами?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4663440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 наставником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663440"/>
            <a:ext cx="8138160" cy="960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937760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Разбор 1 записи звонка: где спросил / где ушёл в монолог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18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Вопросы без страха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Сначала потребность —
потом демонстрация</a:t>
            </a:r>
          </a:p>
          <a:p>
            <a:pPr>
              <a:spcBef>
                <a:spcPts val="1600"/>
              </a:spcBef>
            </a:pPr>
            <a:r>
              <a:rPr sz="1400" b="0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«Блиц-запись» · скрипт холодного звонка · этап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Материалы: скрипт · блок-схема · кейсы «Луна» и «Элис»</a:t>
            </a:r>
          </a:p>
        </p:txBody>
      </p:sp>
      <p:pic>
        <p:nvPicPr>
          <p:cNvPr id="4" name="Picture 3" descr="icon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