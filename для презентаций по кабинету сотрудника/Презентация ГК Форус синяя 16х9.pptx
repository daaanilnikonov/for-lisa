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7" r:id="rId2"/>
    <p:sldId id="278" r:id="rId3"/>
    <p:sldId id="289" r:id="rId4"/>
    <p:sldId id="271" r:id="rId5"/>
    <p:sldId id="261" r:id="rId6"/>
    <p:sldId id="294" r:id="rId7"/>
    <p:sldId id="279" r:id="rId8"/>
    <p:sldId id="280" r:id="rId9"/>
    <p:sldId id="290" r:id="rId10"/>
    <p:sldId id="281" r:id="rId11"/>
    <p:sldId id="291" r:id="rId12"/>
    <p:sldId id="266" r:id="rId13"/>
    <p:sldId id="292" r:id="rId14"/>
    <p:sldId id="293" r:id="rId15"/>
    <p:sldId id="270" r:id="rId16"/>
    <p:sldId id="272" r:id="rId17"/>
    <p:sldId id="273" r:id="rId18"/>
    <p:sldId id="274" r:id="rId19"/>
    <p:sldId id="258" r:id="rId20"/>
    <p:sldId id="259" r:id="rId21"/>
    <p:sldId id="260" r:id="rId22"/>
    <p:sldId id="282" r:id="rId23"/>
    <p:sldId id="284" r:id="rId24"/>
    <p:sldId id="285" r:id="rId25"/>
    <p:sldId id="286" r:id="rId26"/>
    <p:sldId id="287" r:id="rId27"/>
    <p:sldId id="288" r:id="rId28"/>
    <p:sldId id="283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78"/>
            <p14:sldId id="289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266"/>
            <p14:sldId id="292"/>
            <p14:sldId id="293"/>
            <p14:sldId id="270"/>
            <p14:sldId id="272"/>
            <p14:sldId id="273"/>
            <p14:sldId id="274"/>
            <p14:sldId id="258"/>
            <p14:sldId id="259"/>
            <p14:sldId id="260"/>
            <p14:sldId id="282"/>
            <p14:sldId id="284"/>
            <p14:sldId id="285"/>
            <p14:sldId id="286"/>
            <p14:sldId id="287"/>
            <p14:sldId id="288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A4A"/>
    <a:srgbClr val="FFCF66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890" y="-124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E5-45F3-99CB-47DBD5B053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63-420E-8CFA-C274DDE22BB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63-420E-8CFA-C274DDE22BB4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63-420E-8CFA-C274DDE22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7752575"/>
        <c:axId val="1517744671"/>
      </c:barChart>
      <c:catAx>
        <c:axId val="1517752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17744671"/>
        <c:crosses val="autoZero"/>
        <c:auto val="1"/>
        <c:lblAlgn val="ctr"/>
        <c:lblOffset val="100"/>
        <c:noMultiLvlLbl val="0"/>
      </c:catAx>
      <c:valAx>
        <c:axId val="1517744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17752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652232983022401"/>
          <c:y val="4.0943819173002945E-2"/>
          <c:w val="0.87254024609041936"/>
          <c:h val="0.65781094818940888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Лист1!$B$25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ln w="28575" cap="rnd">
              <a:solidFill>
                <a:srgbClr val="385E75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385E75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Лист1!$A$26:$A$37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Лист1!$B$26:$B$37</c:f>
              <c:numCache>
                <c:formatCode>0</c:formatCode>
                <c:ptCount val="12"/>
                <c:pt idx="0">
                  <c:v>4453</c:v>
                </c:pt>
                <c:pt idx="1">
                  <c:v>7541</c:v>
                </c:pt>
                <c:pt idx="2">
                  <c:v>6853</c:v>
                </c:pt>
                <c:pt idx="3">
                  <c:v>9530</c:v>
                </c:pt>
                <c:pt idx="4">
                  <c:v>6802</c:v>
                </c:pt>
                <c:pt idx="5">
                  <c:v>6992</c:v>
                </c:pt>
                <c:pt idx="6">
                  <c:v>7427</c:v>
                </c:pt>
                <c:pt idx="7">
                  <c:v>5963</c:v>
                </c:pt>
                <c:pt idx="8">
                  <c:v>6948</c:v>
                </c:pt>
                <c:pt idx="9">
                  <c:v>8346</c:v>
                </c:pt>
                <c:pt idx="10">
                  <c:v>7870</c:v>
                </c:pt>
                <c:pt idx="11">
                  <c:v>8787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7F-4E1A-9632-900417BE8BC8}"/>
            </c:ext>
          </c:extLst>
        </c:ser>
        <c:ser>
          <c:idx val="1"/>
          <c:order val="1"/>
          <c:tx>
            <c:strRef>
              <c:f>Лист1!$C$25</c:f>
              <c:strCache>
                <c:ptCount val="1"/>
                <c:pt idx="0">
                  <c:v>Показатель 2</c:v>
                </c:pt>
              </c:strCache>
            </c:strRef>
          </c:tx>
          <c:spPr>
            <a:ln w="28575" cap="rnd">
              <a:solidFill>
                <a:srgbClr val="FFCF66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FFCF66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Лист1!$A$26:$A$37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Лист1!$C$26:$C$37</c:f>
              <c:numCache>
                <c:formatCode>0</c:formatCode>
                <c:ptCount val="12"/>
                <c:pt idx="0">
                  <c:v>5167</c:v>
                </c:pt>
                <c:pt idx="1">
                  <c:v>9674</c:v>
                </c:pt>
                <c:pt idx="2">
                  <c:v>8107</c:v>
                </c:pt>
                <c:pt idx="3">
                  <c:v>8934</c:v>
                </c:pt>
                <c:pt idx="4">
                  <c:v>7624</c:v>
                </c:pt>
                <c:pt idx="5">
                  <c:v>7350</c:v>
                </c:pt>
                <c:pt idx="6">
                  <c:v>8362</c:v>
                </c:pt>
                <c:pt idx="7">
                  <c:v>7893</c:v>
                </c:pt>
                <c:pt idx="8">
                  <c:v>9395</c:v>
                </c:pt>
                <c:pt idx="9">
                  <c:v>10436</c:v>
                </c:pt>
                <c:pt idx="10">
                  <c:v>9255</c:v>
                </c:pt>
                <c:pt idx="11">
                  <c:v>6725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7F-4E1A-9632-900417BE8B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8468527"/>
        <c:axId val="488474767"/>
      </c:lineChart>
      <c:catAx>
        <c:axId val="488468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488474767"/>
        <c:crosses val="autoZero"/>
        <c:auto val="1"/>
        <c:lblAlgn val="ctr"/>
        <c:lblOffset val="100"/>
        <c:noMultiLvlLbl val="0"/>
      </c:catAx>
      <c:valAx>
        <c:axId val="488474767"/>
        <c:scaling>
          <c:orientation val="minMax"/>
          <c:min val="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488468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7826185808323208E-2"/>
          <c:y val="0.89069582462220021"/>
          <c:w val="0.97196108726529518"/>
          <c:h val="9.24620070914614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lnSpc>
              <a:spcPct val="90000"/>
            </a:lnSpc>
            <a:defRPr sz="1050" b="0" i="0" u="none" strike="noStrike" kern="1200" baseline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21.01.2025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21.01.2025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D6420-324F-4B35-AE1D-31198132CD0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721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6175" y="1405860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6176" y="4520265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6175" y="1405860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6176" y="4520265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текст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62CA261-17B6-4B12-BB4D-2A27E1BE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E4734F9-4292-4CF6-9753-0EE2B8001E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7A67EA1-1104-4E3C-A446-F9134844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314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нуме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882114" y="1598615"/>
            <a:ext cx="10412361" cy="4080312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50100"/>
            <a:ext cx="10392696" cy="4172342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 typeface="+mj-lt"/>
              <a:buNone/>
              <a:defRPr sz="1800" b="0" baseline="0"/>
            </a:lvl1pPr>
          </a:lstStyle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Первая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Вторая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Третья, но немаловажная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Четвертая позиция в списке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400" b="0" dirty="0"/>
              <a:t> </a:t>
            </a:r>
            <a:r>
              <a:rPr lang="ru-RU" sz="1600" b="0" dirty="0"/>
              <a:t>Второй уровень списка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600" b="0" dirty="0"/>
              <a:t> Ещё одна строчка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759776" y="1047774"/>
            <a:ext cx="5517821" cy="460028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 typeface="+mj-lt"/>
              <a:buNone/>
              <a:defRPr sz="1800" b="0" baseline="0"/>
            </a:lvl1pPr>
          </a:lstStyle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Первая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Вторая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Третья, но немаловажная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Четвертая позиция в списке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400" b="0" dirty="0"/>
              <a:t> </a:t>
            </a:r>
            <a:r>
              <a:rPr lang="ru-RU" sz="1600" b="0" dirty="0"/>
              <a:t>Второй уровень списка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600" b="0" dirty="0"/>
              <a:t> Ещё одна строчка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38D9152-D5DE-4BED-9871-F17B0D7288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1376363"/>
            <a:ext cx="5879691" cy="4645025"/>
          </a:xfrm>
        </p:spPr>
        <p:txBody>
          <a:bodyPr anchor="ctr" anchorCtr="0">
            <a:normAutofit/>
          </a:bodyPr>
          <a:lstStyle>
            <a:lvl1pPr algn="l"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Страница разделитель 01</a:t>
            </a:r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1376363"/>
            <a:ext cx="5879691" cy="4645025"/>
          </a:xfrm>
        </p:spPr>
        <p:txBody>
          <a:bodyPr anchor="ctr" anchorCtr="0">
            <a:normAutofit/>
          </a:bodyPr>
          <a:lstStyle>
            <a:lvl1pPr algn="l"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Страница разделитель 0</a:t>
            </a:r>
            <a:r>
              <a:rPr lang="en-US" dirty="0"/>
              <a:t>2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737050-4917-4D01-9FBF-4294D36866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4931" y="832620"/>
            <a:ext cx="4718608" cy="443558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CCDFEB-FC43-4DB0-8417-BCF617BDA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8299" y="5424845"/>
            <a:ext cx="3200800" cy="226472"/>
          </a:xfrm>
          <a:prstGeom prst="rect">
            <a:avLst/>
          </a:prstGeom>
        </p:spPr>
      </p:pic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B3D072C-6E13-4402-9C19-33106D7A3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85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1376363"/>
            <a:ext cx="5879691" cy="4645025"/>
          </a:xfrm>
        </p:spPr>
        <p:txBody>
          <a:bodyPr anchor="ctr" anchorCtr="0">
            <a:normAutofit/>
          </a:bodyPr>
          <a:lstStyle>
            <a:lvl1pPr algn="l"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Страница разделитель 03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737050-4917-4D01-9FBF-4294D36866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8784" y="934114"/>
            <a:ext cx="4812258" cy="452361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CCDFEB-FC43-4DB0-8417-BCF617BDA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9800" y="5248056"/>
            <a:ext cx="2963438" cy="209677"/>
          </a:xfrm>
          <a:prstGeom prst="rect">
            <a:avLst/>
          </a:prstGeom>
        </p:spPr>
      </p:pic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66F56F0-9A02-4015-84BB-C461865CD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7699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F1FE032-F8BE-4394-AF02-BD6F391F8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1218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05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76778CB-826E-4E4C-A16B-DF31D8789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06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1376363"/>
            <a:ext cx="10579509" cy="4645025"/>
          </a:xfrm>
        </p:spPr>
        <p:txBody>
          <a:bodyPr anchor="ctr" anchorCtr="0">
            <a:normAutofit/>
          </a:bodyPr>
          <a:lstStyle>
            <a:lvl1pPr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Страница разделитель 07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7043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1376363"/>
            <a:ext cx="10579509" cy="4645025"/>
          </a:xfrm>
        </p:spPr>
        <p:txBody>
          <a:bodyPr anchor="ctr" anchorCtr="0">
            <a:normAutofit/>
          </a:bodyPr>
          <a:lstStyle>
            <a:lvl1pPr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Страница разделитель 08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9364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56007" y="3576484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1156007" y="4736252"/>
            <a:ext cx="3770313" cy="628650"/>
          </a:xfrm>
        </p:spPr>
        <p:txBody>
          <a:bodyPr>
            <a:normAutofit/>
          </a:bodyPr>
          <a:lstStyle>
            <a:lvl1pPr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6006" y="1289559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50" r:id="rId3"/>
    <p:sldLayoutId id="2147483694" r:id="rId4"/>
    <p:sldLayoutId id="2147483695" r:id="rId5"/>
    <p:sldLayoutId id="2147483706" r:id="rId6"/>
    <p:sldLayoutId id="2147483693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79" r:id="rId14"/>
    <p:sldLayoutId id="2147483699" r:id="rId15"/>
    <p:sldLayoutId id="2147483696" r:id="rId16"/>
    <p:sldLayoutId id="2147483697" r:id="rId17"/>
    <p:sldLayoutId id="2147483698" r:id="rId18"/>
    <p:sldLayoutId id="2147483707" r:id="rId19"/>
    <p:sldLayoutId id="2147483708" r:id="rId20"/>
    <p:sldLayoutId id="2147483672" r:id="rId21"/>
    <p:sldLayoutId id="2147483671" r:id="rId22"/>
    <p:sldLayoutId id="2147483652" r:id="rId23"/>
    <p:sldLayoutId id="2147483703" r:id="rId24"/>
    <p:sldLayoutId id="2147483675" r:id="rId25"/>
    <p:sldLayoutId id="2147483676" r:id="rId26"/>
    <p:sldLayoutId id="2147483666" r:id="rId27"/>
    <p:sldLayoutId id="2147483701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>
          <p15:clr>
            <a:srgbClr val="F26B43"/>
          </p15:clr>
        </p15:guide>
        <p15:guide id="17" pos="370">
          <p15:clr>
            <a:srgbClr val="F26B43"/>
          </p15:clr>
        </p15:guide>
        <p15:guide id="20" orient="horz" pos="4042">
          <p15:clr>
            <a:srgbClr val="F26B43"/>
          </p15:clr>
        </p15:guide>
        <p15:guide id="21" orient="horz" pos="278">
          <p15:clr>
            <a:srgbClr val="F26B43"/>
          </p15:clr>
        </p15:guide>
        <p15:guide id="22" pos="551">
          <p15:clr>
            <a:srgbClr val="F26B43"/>
          </p15:clr>
        </p15:guide>
        <p15:guide id="23" pos="71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9" Type="http://schemas.openxmlformats.org/officeDocument/2006/relationships/image" Target="../media/image57.png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41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37" Type="http://schemas.openxmlformats.org/officeDocument/2006/relationships/image" Target="../media/image55.png"/><Relationship Id="rId40" Type="http://schemas.openxmlformats.org/officeDocument/2006/relationships/image" Target="../media/image58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54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38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21" Type="http://schemas.openxmlformats.org/officeDocument/2006/relationships/image" Target="../media/image79.png"/><Relationship Id="rId34" Type="http://schemas.openxmlformats.org/officeDocument/2006/relationships/image" Target="../media/image92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33" Type="http://schemas.openxmlformats.org/officeDocument/2006/relationships/image" Target="../media/image91.png"/><Relationship Id="rId38" Type="http://schemas.openxmlformats.org/officeDocument/2006/relationships/image" Target="../media/image96.png"/><Relationship Id="rId2" Type="http://schemas.openxmlformats.org/officeDocument/2006/relationships/image" Target="../media/image60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32" Type="http://schemas.openxmlformats.org/officeDocument/2006/relationships/image" Target="../media/image90.png"/><Relationship Id="rId37" Type="http://schemas.openxmlformats.org/officeDocument/2006/relationships/image" Target="../media/image95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36" Type="http://schemas.openxmlformats.org/officeDocument/2006/relationships/image" Target="../media/image94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31" Type="http://schemas.openxmlformats.org/officeDocument/2006/relationships/image" Target="../media/image89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Relationship Id="rId30" Type="http://schemas.openxmlformats.org/officeDocument/2006/relationships/image" Target="../media/image88.png"/><Relationship Id="rId35" Type="http://schemas.openxmlformats.org/officeDocument/2006/relationships/image" Target="../media/image93.png"/><Relationship Id="rId8" Type="http://schemas.openxmlformats.org/officeDocument/2006/relationships/image" Target="../media/image66.png"/><Relationship Id="rId3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Название презентации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Иван Иванов </a:t>
            </a:r>
          </a:p>
          <a:p>
            <a:r>
              <a:rPr lang="ru-RU" dirty="0"/>
              <a:t>Автор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99493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Типовой лист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/>
          <a:lstStyle/>
          <a:p>
            <a:r>
              <a:rPr lang="ru-RU" dirty="0"/>
              <a:t>Все остальные страницы с контентом строятся на основе такого типового листа.</a:t>
            </a:r>
          </a:p>
        </p:txBody>
      </p:sp>
    </p:spTree>
    <p:extLst>
      <p:ext uri="{BB962C8B-B14F-4D97-AF65-F5344CB8AC3E}">
        <p14:creationId xmlns:p14="http://schemas.microsoft.com/office/powerpoint/2010/main" val="98287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E37CB270-53B6-44E6-B83C-4E10EA385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441325"/>
            <a:ext cx="10406062" cy="5327879"/>
          </a:xfrm>
          <a:solidFill>
            <a:schemeClr val="accent2">
              <a:lumMod val="60000"/>
              <a:lumOff val="40000"/>
              <a:alpha val="25000"/>
            </a:schemeClr>
          </a:solidFill>
        </p:spPr>
        <p:txBody>
          <a:bodyPr lIns="720000" tIns="0" rIns="720000" bIns="0" anchor="ctr" anchorCtr="0">
            <a:normAutofit/>
          </a:bodyPr>
          <a:lstStyle/>
          <a:p>
            <a:r>
              <a:rPr lang="ru-RU" dirty="0"/>
              <a:t>Рабочая область</a:t>
            </a:r>
            <a:br>
              <a:rPr lang="en-US" dirty="0"/>
            </a:br>
            <a:br>
              <a:rPr lang="ru-RU" dirty="0"/>
            </a:br>
            <a:br>
              <a:rPr lang="ru-RU" dirty="0"/>
            </a:br>
            <a:r>
              <a:rPr lang="ru-RU" sz="1800" b="0" dirty="0"/>
              <a:t>Весь контент должен заключаться в этой области экрана. </a:t>
            </a:r>
            <a:br>
              <a:rPr lang="ru-RU" sz="1800" b="0" dirty="0"/>
            </a:br>
            <a:r>
              <a:rPr lang="ru-RU" sz="1800" b="0" dirty="0"/>
              <a:t>Такое зонирование позволит разместить текст и другую информацию </a:t>
            </a:r>
            <a:br>
              <a:rPr lang="ru-RU" sz="1800" b="0" dirty="0"/>
            </a:br>
            <a:r>
              <a:rPr lang="ru-RU" sz="1800" b="0" dirty="0"/>
              <a:t>в максимально комфортном для восприятия месте.</a:t>
            </a:r>
            <a:br>
              <a:rPr lang="ru-RU" sz="1800" b="0" dirty="0"/>
            </a:br>
            <a:br>
              <a:rPr lang="ru-RU" sz="1800" b="0" dirty="0"/>
            </a:br>
            <a:r>
              <a:rPr lang="ru-RU" sz="1800" b="0" dirty="0"/>
              <a:t>Так же в макете имеются направляющие, </a:t>
            </a:r>
            <a:br>
              <a:rPr lang="ru-RU" sz="1800" b="0" dirty="0"/>
            </a:br>
            <a:r>
              <a:rPr lang="ru-RU" sz="1800" b="0" dirty="0"/>
              <a:t>по которым можно выравнивать расположение объектов. </a:t>
            </a:r>
          </a:p>
        </p:txBody>
      </p:sp>
    </p:spTree>
    <p:extLst>
      <p:ext uri="{BB962C8B-B14F-4D97-AF65-F5344CB8AC3E}">
        <p14:creationId xmlns:p14="http://schemas.microsoft.com/office/powerpoint/2010/main" val="603638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Слайды </a:t>
            </a:r>
            <a:br>
              <a:rPr lang="ru-RU" dirty="0"/>
            </a:br>
            <a:r>
              <a:rPr lang="ru-RU" dirty="0"/>
              <a:t>с текстом</a:t>
            </a:r>
          </a:p>
        </p:txBody>
      </p:sp>
    </p:spTree>
    <p:extLst>
      <p:ext uri="{BB962C8B-B14F-4D97-AF65-F5344CB8AC3E}">
        <p14:creationId xmlns:p14="http://schemas.microsoft.com/office/powerpoint/2010/main" val="292557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Иерархия заголовков</a:t>
            </a:r>
          </a:p>
        </p:txBody>
      </p:sp>
      <p:sp>
        <p:nvSpPr>
          <p:cNvPr id="35" name="Объект 4">
            <a:extLst>
              <a:ext uri="{FF2B5EF4-FFF2-40B4-BE49-F238E27FC236}">
                <a16:creationId xmlns:a16="http://schemas.microsoft.com/office/drawing/2014/main" id="{A91752FB-C0DC-4EB9-A5A5-E9C2763D6752}"/>
              </a:ext>
            </a:extLst>
          </p:cNvPr>
          <p:cNvSpPr txBox="1">
            <a:spLocks/>
          </p:cNvSpPr>
          <p:nvPr/>
        </p:nvSpPr>
        <p:spPr>
          <a:xfrm>
            <a:off x="874713" y="1703445"/>
            <a:ext cx="2309857" cy="33670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60pt,Verdana Bold</a:t>
            </a:r>
          </a:p>
          <a:p>
            <a:pPr algn="r">
              <a:spcBef>
                <a:spcPts val="0"/>
              </a:spcBef>
            </a:pPr>
            <a:r>
              <a:rPr lang="ru-RU" sz="1200" b="0" dirty="0"/>
              <a:t>Название презентации</a:t>
            </a:r>
          </a:p>
        </p:txBody>
      </p:sp>
      <p:sp>
        <p:nvSpPr>
          <p:cNvPr id="36" name="Текст 11">
            <a:extLst>
              <a:ext uri="{FF2B5EF4-FFF2-40B4-BE49-F238E27FC236}">
                <a16:creationId xmlns:a16="http://schemas.microsoft.com/office/drawing/2014/main" id="{422BD76C-EC02-4F2A-9273-7CE29B50BE18}"/>
              </a:ext>
            </a:extLst>
          </p:cNvPr>
          <p:cNvSpPr txBox="1">
            <a:spLocks/>
          </p:cNvSpPr>
          <p:nvPr/>
        </p:nvSpPr>
        <p:spPr>
          <a:xfrm>
            <a:off x="3435394" y="1340576"/>
            <a:ext cx="7521575" cy="6146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Н0 Заголовок</a:t>
            </a:r>
          </a:p>
        </p:txBody>
      </p:sp>
      <p:sp>
        <p:nvSpPr>
          <p:cNvPr id="37" name="Текст 11">
            <a:extLst>
              <a:ext uri="{FF2B5EF4-FFF2-40B4-BE49-F238E27FC236}">
                <a16:creationId xmlns:a16="http://schemas.microsoft.com/office/drawing/2014/main" id="{AA189BA1-E0C1-4A5E-A2D3-93EFC1EC1AF4}"/>
              </a:ext>
            </a:extLst>
          </p:cNvPr>
          <p:cNvSpPr txBox="1">
            <a:spLocks/>
          </p:cNvSpPr>
          <p:nvPr/>
        </p:nvSpPr>
        <p:spPr>
          <a:xfrm>
            <a:off x="3435394" y="2289670"/>
            <a:ext cx="7521575" cy="649432"/>
          </a:xfrm>
          <a:prstGeom prst="rect">
            <a:avLst/>
          </a:prstGeom>
        </p:spPr>
        <p:txBody>
          <a:bodyPr lIns="0" tIns="0" rIns="0" bIns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</a:t>
            </a:r>
            <a:r>
              <a:rPr lang="en-US" dirty="0"/>
              <a:t>1</a:t>
            </a:r>
            <a:r>
              <a:rPr lang="ru-RU" dirty="0"/>
              <a:t> Заглавие раздела</a:t>
            </a:r>
          </a:p>
        </p:txBody>
      </p:sp>
      <p:sp>
        <p:nvSpPr>
          <p:cNvPr id="38" name="Текст 11">
            <a:extLst>
              <a:ext uri="{FF2B5EF4-FFF2-40B4-BE49-F238E27FC236}">
                <a16:creationId xmlns:a16="http://schemas.microsoft.com/office/drawing/2014/main" id="{B9AD6DBB-B767-4BCF-B00E-27CB741EC280}"/>
              </a:ext>
            </a:extLst>
          </p:cNvPr>
          <p:cNvSpPr txBox="1">
            <a:spLocks/>
          </p:cNvSpPr>
          <p:nvPr/>
        </p:nvSpPr>
        <p:spPr>
          <a:xfrm>
            <a:off x="3435394" y="3036996"/>
            <a:ext cx="7521575" cy="50083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Н2 Заглавие подраздела</a:t>
            </a:r>
          </a:p>
        </p:txBody>
      </p:sp>
      <p:sp>
        <p:nvSpPr>
          <p:cNvPr id="39" name="Текст 11">
            <a:extLst>
              <a:ext uri="{FF2B5EF4-FFF2-40B4-BE49-F238E27FC236}">
                <a16:creationId xmlns:a16="http://schemas.microsoft.com/office/drawing/2014/main" id="{654CD586-BE72-48B4-ADBE-7F6753AC31B3}"/>
              </a:ext>
            </a:extLst>
          </p:cNvPr>
          <p:cNvSpPr txBox="1">
            <a:spLocks/>
          </p:cNvSpPr>
          <p:nvPr/>
        </p:nvSpPr>
        <p:spPr>
          <a:xfrm>
            <a:off x="3435394" y="3749827"/>
            <a:ext cx="7521575" cy="321850"/>
          </a:xfrm>
          <a:prstGeom prst="rect">
            <a:avLst/>
          </a:prstGeom>
        </p:spPr>
        <p:txBody>
          <a:bodyPr lIns="0" tIns="0" rIns="0" bIns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Н3 Заголовок для текста размером </a:t>
            </a:r>
            <a:r>
              <a:rPr lang="en-US" dirty="0"/>
              <a:t>18pt</a:t>
            </a:r>
            <a:endParaRPr lang="ru-RU" dirty="0"/>
          </a:p>
        </p:txBody>
      </p:sp>
      <p:sp>
        <p:nvSpPr>
          <p:cNvPr id="40" name="Текст 11">
            <a:extLst>
              <a:ext uri="{FF2B5EF4-FFF2-40B4-BE49-F238E27FC236}">
                <a16:creationId xmlns:a16="http://schemas.microsoft.com/office/drawing/2014/main" id="{344D8FE7-14F9-4605-A98F-8DCA40D8228F}"/>
              </a:ext>
            </a:extLst>
          </p:cNvPr>
          <p:cNvSpPr txBox="1">
            <a:spLocks/>
          </p:cNvSpPr>
          <p:nvPr/>
        </p:nvSpPr>
        <p:spPr>
          <a:xfrm>
            <a:off x="3435394" y="4331187"/>
            <a:ext cx="7521575" cy="2534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</a:t>
            </a:r>
            <a:r>
              <a:rPr lang="en-US" dirty="0"/>
              <a:t>4</a:t>
            </a:r>
            <a:r>
              <a:rPr lang="ru-RU" dirty="0"/>
              <a:t> Заголовок для текста размером </a:t>
            </a:r>
            <a:r>
              <a:rPr lang="en-US" dirty="0"/>
              <a:t>14pt</a:t>
            </a:r>
            <a:endParaRPr lang="ru-RU" dirty="0"/>
          </a:p>
        </p:txBody>
      </p:sp>
      <p:sp>
        <p:nvSpPr>
          <p:cNvPr id="41" name="Текст 11">
            <a:extLst>
              <a:ext uri="{FF2B5EF4-FFF2-40B4-BE49-F238E27FC236}">
                <a16:creationId xmlns:a16="http://schemas.microsoft.com/office/drawing/2014/main" id="{D6B51CFB-78AE-4943-92A5-5EFE5B249C59}"/>
              </a:ext>
            </a:extLst>
          </p:cNvPr>
          <p:cNvSpPr txBox="1">
            <a:spLocks/>
          </p:cNvSpPr>
          <p:nvPr/>
        </p:nvSpPr>
        <p:spPr>
          <a:xfrm>
            <a:off x="3435394" y="4837973"/>
            <a:ext cx="7521575" cy="251504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В1 Текст размером </a:t>
            </a:r>
            <a:r>
              <a:rPr lang="en-US" dirty="0"/>
              <a:t>18pt</a:t>
            </a:r>
            <a:endParaRPr lang="ru-RU" dirty="0"/>
          </a:p>
        </p:txBody>
      </p:sp>
      <p:sp>
        <p:nvSpPr>
          <p:cNvPr id="42" name="Текст 11">
            <a:extLst>
              <a:ext uri="{FF2B5EF4-FFF2-40B4-BE49-F238E27FC236}">
                <a16:creationId xmlns:a16="http://schemas.microsoft.com/office/drawing/2014/main" id="{62FCEBCC-5031-4DA2-AEF0-34B352DAE7B1}"/>
              </a:ext>
            </a:extLst>
          </p:cNvPr>
          <p:cNvSpPr txBox="1">
            <a:spLocks/>
          </p:cNvSpPr>
          <p:nvPr/>
        </p:nvSpPr>
        <p:spPr>
          <a:xfrm>
            <a:off x="3435394" y="5455978"/>
            <a:ext cx="7521575" cy="186258"/>
          </a:xfrm>
          <a:prstGeom prst="rect">
            <a:avLst/>
          </a:prstGeom>
        </p:spPr>
        <p:txBody>
          <a:bodyPr lIns="0" tIns="0" rIns="0" bIns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</a:t>
            </a:r>
            <a:r>
              <a:rPr lang="en-US" dirty="0"/>
              <a:t>2</a:t>
            </a:r>
            <a:r>
              <a:rPr lang="ru-RU" dirty="0"/>
              <a:t> Текст размером </a:t>
            </a:r>
            <a:r>
              <a:rPr lang="en-US" dirty="0"/>
              <a:t>14pt</a:t>
            </a:r>
            <a:endParaRPr lang="ru-RU" dirty="0"/>
          </a:p>
        </p:txBody>
      </p:sp>
      <p:sp>
        <p:nvSpPr>
          <p:cNvPr id="43" name="Объект 4">
            <a:extLst>
              <a:ext uri="{FF2B5EF4-FFF2-40B4-BE49-F238E27FC236}">
                <a16:creationId xmlns:a16="http://schemas.microsoft.com/office/drawing/2014/main" id="{D2AAFE69-6817-4BBF-82A0-B593C0FF3676}"/>
              </a:ext>
            </a:extLst>
          </p:cNvPr>
          <p:cNvSpPr txBox="1">
            <a:spLocks/>
          </p:cNvSpPr>
          <p:nvPr/>
        </p:nvSpPr>
        <p:spPr>
          <a:xfrm>
            <a:off x="874714" y="2373718"/>
            <a:ext cx="2276520" cy="4813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48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Bold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Заголовок раздела,</a:t>
            </a:r>
            <a:br>
              <a:rPr lang="en-US" sz="1200" b="0" dirty="0"/>
            </a:br>
            <a:r>
              <a:rPr lang="ru-RU" sz="1200" b="0" dirty="0"/>
              <a:t>разделительная страница</a:t>
            </a:r>
          </a:p>
        </p:txBody>
      </p:sp>
      <p:sp>
        <p:nvSpPr>
          <p:cNvPr id="44" name="Объект 4">
            <a:extLst>
              <a:ext uri="{FF2B5EF4-FFF2-40B4-BE49-F238E27FC236}">
                <a16:creationId xmlns:a16="http://schemas.microsoft.com/office/drawing/2014/main" id="{5E63E9E2-B608-44C5-B370-6D14C931D421}"/>
              </a:ext>
            </a:extLst>
          </p:cNvPr>
          <p:cNvSpPr txBox="1">
            <a:spLocks/>
          </p:cNvSpPr>
          <p:nvPr/>
        </p:nvSpPr>
        <p:spPr>
          <a:xfrm>
            <a:off x="884238" y="3137978"/>
            <a:ext cx="2266995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36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Bold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Заголовок слайда</a:t>
            </a:r>
          </a:p>
        </p:txBody>
      </p:sp>
      <p:sp>
        <p:nvSpPr>
          <p:cNvPr id="45" name="Объект 4">
            <a:extLst>
              <a:ext uri="{FF2B5EF4-FFF2-40B4-BE49-F238E27FC236}">
                <a16:creationId xmlns:a16="http://schemas.microsoft.com/office/drawing/2014/main" id="{4F2AFDD6-E94D-43C7-9A41-330F904109ED}"/>
              </a:ext>
            </a:extLst>
          </p:cNvPr>
          <p:cNvSpPr txBox="1">
            <a:spLocks/>
          </p:cNvSpPr>
          <p:nvPr/>
        </p:nvSpPr>
        <p:spPr>
          <a:xfrm>
            <a:off x="927145" y="3761316"/>
            <a:ext cx="2220913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24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Bold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Заголовок для текста 1</a:t>
            </a:r>
            <a:r>
              <a:rPr lang="en-US" sz="1200" b="0" dirty="0"/>
              <a:t>8</a:t>
            </a:r>
            <a:r>
              <a:rPr lang="ru-RU" sz="1200" b="0" dirty="0" err="1"/>
              <a:t>pt</a:t>
            </a:r>
            <a:endParaRPr lang="ru-RU" sz="1200" b="0" dirty="0"/>
          </a:p>
        </p:txBody>
      </p:sp>
      <p:sp>
        <p:nvSpPr>
          <p:cNvPr id="46" name="Объект 4">
            <a:extLst>
              <a:ext uri="{FF2B5EF4-FFF2-40B4-BE49-F238E27FC236}">
                <a16:creationId xmlns:a16="http://schemas.microsoft.com/office/drawing/2014/main" id="{0DD097E9-AA3F-4632-B198-DBA0C208514B}"/>
              </a:ext>
            </a:extLst>
          </p:cNvPr>
          <p:cNvSpPr txBox="1">
            <a:spLocks/>
          </p:cNvSpPr>
          <p:nvPr/>
        </p:nvSpPr>
        <p:spPr>
          <a:xfrm>
            <a:off x="927145" y="4308461"/>
            <a:ext cx="2220913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ru-RU" sz="1200" b="0" dirty="0"/>
              <a:t>1</a:t>
            </a:r>
            <a:r>
              <a:rPr lang="en-US" sz="1200" b="0" dirty="0"/>
              <a:t>8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Bold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Заголовок для текста 1</a:t>
            </a:r>
            <a:r>
              <a:rPr lang="en-US" sz="1200" b="0" dirty="0"/>
              <a:t>4</a:t>
            </a:r>
            <a:r>
              <a:rPr lang="ru-RU" sz="1200" b="0" dirty="0" err="1"/>
              <a:t>pt</a:t>
            </a:r>
            <a:endParaRPr lang="ru-RU" sz="1200" b="0" dirty="0"/>
          </a:p>
        </p:txBody>
      </p:sp>
      <p:sp>
        <p:nvSpPr>
          <p:cNvPr id="47" name="Объект 4">
            <a:extLst>
              <a:ext uri="{FF2B5EF4-FFF2-40B4-BE49-F238E27FC236}">
                <a16:creationId xmlns:a16="http://schemas.microsoft.com/office/drawing/2014/main" id="{28D5709F-31BC-4414-A529-2DAA60F26461}"/>
              </a:ext>
            </a:extLst>
          </p:cNvPr>
          <p:cNvSpPr txBox="1">
            <a:spLocks/>
          </p:cNvSpPr>
          <p:nvPr/>
        </p:nvSpPr>
        <p:spPr>
          <a:xfrm>
            <a:off x="958101" y="4814289"/>
            <a:ext cx="2220913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18pt, Verdana Regular</a:t>
            </a:r>
          </a:p>
          <a:p>
            <a:pPr algn="r">
              <a:spcBef>
                <a:spcPts val="0"/>
              </a:spcBef>
            </a:pPr>
            <a:r>
              <a:rPr lang="ru-RU" sz="1200" b="0" dirty="0"/>
              <a:t>Текст небольшого объёма</a:t>
            </a:r>
          </a:p>
        </p:txBody>
      </p:sp>
      <p:sp>
        <p:nvSpPr>
          <p:cNvPr id="48" name="Объект 4">
            <a:extLst>
              <a:ext uri="{FF2B5EF4-FFF2-40B4-BE49-F238E27FC236}">
                <a16:creationId xmlns:a16="http://schemas.microsoft.com/office/drawing/2014/main" id="{19E423B0-B11C-4115-85BF-0FFFD058990C}"/>
              </a:ext>
            </a:extLst>
          </p:cNvPr>
          <p:cNvSpPr txBox="1">
            <a:spLocks/>
          </p:cNvSpPr>
          <p:nvPr/>
        </p:nvSpPr>
        <p:spPr>
          <a:xfrm>
            <a:off x="927144" y="5308439"/>
            <a:ext cx="2220913" cy="4813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ru-RU" sz="1200" b="0" dirty="0"/>
              <a:t>1</a:t>
            </a:r>
            <a:r>
              <a:rPr lang="en-US" sz="1200" b="0" dirty="0"/>
              <a:t>4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Regular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Текст большого объема,</a:t>
            </a:r>
          </a:p>
          <a:p>
            <a:pPr algn="r">
              <a:spcBef>
                <a:spcPts val="0"/>
              </a:spcBef>
            </a:pPr>
            <a:r>
              <a:rPr lang="ru-RU" sz="1200" b="0" dirty="0"/>
              <a:t> диаграмм и графиков</a:t>
            </a:r>
          </a:p>
        </p:txBody>
      </p:sp>
    </p:spTree>
    <p:extLst>
      <p:ext uri="{BB962C8B-B14F-4D97-AF65-F5344CB8AC3E}">
        <p14:creationId xmlns:p14="http://schemas.microsoft.com/office/powerpoint/2010/main" val="257774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CCBCA1C-30B5-4CB8-A9A6-2140DFB24E40}"/>
              </a:ext>
            </a:extLst>
          </p:cNvPr>
          <p:cNvSpPr/>
          <p:nvPr/>
        </p:nvSpPr>
        <p:spPr>
          <a:xfrm>
            <a:off x="592141" y="1323975"/>
            <a:ext cx="11012484" cy="4629150"/>
          </a:xfrm>
          <a:prstGeom prst="roundRect">
            <a:avLst>
              <a:gd name="adj" fmla="val 308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2FB5A-4DB0-4A71-B414-66044374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1825922"/>
            <a:ext cx="6973223" cy="545803"/>
          </a:xfrm>
        </p:spPr>
        <p:txBody>
          <a:bodyPr/>
          <a:lstStyle/>
          <a:p>
            <a:r>
              <a:rPr lang="ru-RU"/>
              <a:t>Что такое автоматизация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F495C3-3F3C-4D5B-8DEB-EB7AA76A82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2" y="2683172"/>
            <a:ext cx="3724273" cy="320972"/>
          </a:xfrm>
        </p:spPr>
        <p:txBody>
          <a:bodyPr>
            <a:noAutofit/>
          </a:bodyPr>
          <a:lstStyle/>
          <a:p>
            <a:r>
              <a:rPr lang="ru-RU" sz="2400" b="1"/>
              <a:t>Автоматизация</a:t>
            </a:r>
            <a:endParaRPr lang="ru-RU" sz="2400" b="1" dirty="0"/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26366D6A-4540-4D0B-BE0C-527378083A86}"/>
              </a:ext>
            </a:extLst>
          </p:cNvPr>
          <p:cNvSpPr txBox="1">
            <a:spLocks/>
          </p:cNvSpPr>
          <p:nvPr/>
        </p:nvSpPr>
        <p:spPr>
          <a:xfrm>
            <a:off x="884902" y="1495425"/>
            <a:ext cx="2752723" cy="32097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Вектор 2024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59246119-414F-4090-8AA7-F6D1F4F2E1B2}"/>
              </a:ext>
            </a:extLst>
          </p:cNvPr>
          <p:cNvSpPr txBox="1">
            <a:spLocks/>
          </p:cNvSpPr>
          <p:nvPr/>
        </p:nvSpPr>
        <p:spPr>
          <a:xfrm>
            <a:off x="914402" y="3205572"/>
            <a:ext cx="5619747" cy="1559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— применение технических средств, экономико-математических методов </a:t>
            </a:r>
            <a:br>
              <a:rPr lang="ru-RU" dirty="0"/>
            </a:br>
            <a:r>
              <a:rPr lang="ru-RU" dirty="0"/>
              <a:t>и систем управления, освобождающих человека частично или полностью от непосредственного участия в процессах получения, преобразования, передачи и использования энергии, материалов или информации.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4E4ABACF-6D0C-41B7-A608-9AD94EA6C484}"/>
              </a:ext>
            </a:extLst>
          </p:cNvPr>
          <p:cNvSpPr txBox="1">
            <a:spLocks/>
          </p:cNvSpPr>
          <p:nvPr/>
        </p:nvSpPr>
        <p:spPr>
          <a:xfrm>
            <a:off x="914403" y="5550048"/>
            <a:ext cx="1485898" cy="32097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Это интересно!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5ACDC5-2F8C-41AE-AE40-A26DEBD291E4}"/>
              </a:ext>
            </a:extLst>
          </p:cNvPr>
          <p:cNvCxnSpPr>
            <a:cxnSpLocks/>
          </p:cNvCxnSpPr>
          <p:nvPr/>
        </p:nvCxnSpPr>
        <p:spPr>
          <a:xfrm>
            <a:off x="7858125" y="2103437"/>
            <a:ext cx="12954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83B53086-E008-458D-B734-A08700AB67E9}"/>
              </a:ext>
            </a:extLst>
          </p:cNvPr>
          <p:cNvCxnSpPr>
            <a:cxnSpLocks/>
          </p:cNvCxnSpPr>
          <p:nvPr/>
        </p:nvCxnSpPr>
        <p:spPr>
          <a:xfrm>
            <a:off x="3095625" y="1617662"/>
            <a:ext cx="6057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B3A772F-3CFE-4AAF-9113-B8682DE2491E}"/>
              </a:ext>
            </a:extLst>
          </p:cNvPr>
          <p:cNvCxnSpPr>
            <a:cxnSpLocks/>
          </p:cNvCxnSpPr>
          <p:nvPr/>
        </p:nvCxnSpPr>
        <p:spPr>
          <a:xfrm>
            <a:off x="3848100" y="2865437"/>
            <a:ext cx="53054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D2D3D8D-B8BF-4F7F-AB19-D943784C2DD9}"/>
              </a:ext>
            </a:extLst>
          </p:cNvPr>
          <p:cNvCxnSpPr>
            <a:cxnSpLocks/>
          </p:cNvCxnSpPr>
          <p:nvPr/>
        </p:nvCxnSpPr>
        <p:spPr>
          <a:xfrm>
            <a:off x="6429375" y="3975622"/>
            <a:ext cx="2724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9AB6957-CEBD-4DC8-96EF-8C473C888C90}"/>
              </a:ext>
            </a:extLst>
          </p:cNvPr>
          <p:cNvCxnSpPr>
            <a:cxnSpLocks/>
          </p:cNvCxnSpPr>
          <p:nvPr/>
        </p:nvCxnSpPr>
        <p:spPr>
          <a:xfrm>
            <a:off x="2571750" y="5635773"/>
            <a:ext cx="65817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Текст 2">
            <a:extLst>
              <a:ext uri="{FF2B5EF4-FFF2-40B4-BE49-F238E27FC236}">
                <a16:creationId xmlns:a16="http://schemas.microsoft.com/office/drawing/2014/main" id="{52D1DDDD-B321-4D18-BC81-D59FC866F541}"/>
              </a:ext>
            </a:extLst>
          </p:cNvPr>
          <p:cNvSpPr txBox="1">
            <a:spLocks/>
          </p:cNvSpPr>
          <p:nvPr/>
        </p:nvSpPr>
        <p:spPr>
          <a:xfrm>
            <a:off x="9563098" y="1495425"/>
            <a:ext cx="1108075" cy="3209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20 </a:t>
            </a:r>
            <a:r>
              <a:rPr lang="en-US" sz="2000" dirty="0"/>
              <a:t>px</a:t>
            </a:r>
            <a:endParaRPr lang="ru-RU" sz="2000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B1A57F3F-9FD1-4661-A32E-A41BC0E6CE19}"/>
              </a:ext>
            </a:extLst>
          </p:cNvPr>
          <p:cNvSpPr txBox="1">
            <a:spLocks/>
          </p:cNvSpPr>
          <p:nvPr/>
        </p:nvSpPr>
        <p:spPr>
          <a:xfrm>
            <a:off x="9563098" y="1874247"/>
            <a:ext cx="1595439" cy="4491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/>
              <a:t>36 </a:t>
            </a:r>
            <a:r>
              <a:rPr lang="en-US" sz="3600" dirty="0"/>
              <a:t>px</a:t>
            </a:r>
            <a:endParaRPr lang="ru-RU" sz="3600" dirty="0"/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2CCB212D-DD0A-4A42-871E-C60A1A419832}"/>
              </a:ext>
            </a:extLst>
          </p:cNvPr>
          <p:cNvSpPr txBox="1">
            <a:spLocks/>
          </p:cNvSpPr>
          <p:nvPr/>
        </p:nvSpPr>
        <p:spPr>
          <a:xfrm>
            <a:off x="9563098" y="2683172"/>
            <a:ext cx="1228725" cy="3209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24 </a:t>
            </a:r>
            <a:r>
              <a:rPr lang="en-US" sz="2400" dirty="0"/>
              <a:t>px</a:t>
            </a:r>
            <a:endParaRPr lang="ru-RU" sz="2400" dirty="0"/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E6D14673-D4B3-4B7B-B2C3-8869F6844BDB}"/>
              </a:ext>
            </a:extLst>
          </p:cNvPr>
          <p:cNvSpPr txBox="1">
            <a:spLocks/>
          </p:cNvSpPr>
          <p:nvPr/>
        </p:nvSpPr>
        <p:spPr>
          <a:xfrm>
            <a:off x="9563098" y="3824661"/>
            <a:ext cx="657225" cy="32097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18 </a:t>
            </a:r>
            <a:r>
              <a:rPr lang="en-US" dirty="0"/>
              <a:t>px</a:t>
            </a:r>
            <a:endParaRPr lang="ru-RU" dirty="0"/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id="{8BCEFBD2-303A-4673-9497-75D4F25E8842}"/>
              </a:ext>
            </a:extLst>
          </p:cNvPr>
          <p:cNvSpPr txBox="1">
            <a:spLocks/>
          </p:cNvSpPr>
          <p:nvPr/>
        </p:nvSpPr>
        <p:spPr>
          <a:xfrm>
            <a:off x="9563098" y="5550048"/>
            <a:ext cx="657225" cy="32097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14 </a:t>
            </a:r>
            <a:r>
              <a:rPr lang="en-US" sz="1400" dirty="0"/>
              <a:t>px</a:t>
            </a:r>
            <a:endParaRPr lang="ru-RU" sz="1400" dirty="0"/>
          </a:p>
        </p:txBody>
      </p:sp>
      <p:sp>
        <p:nvSpPr>
          <p:cNvPr id="27" name="Заголовок 3">
            <a:extLst>
              <a:ext uri="{FF2B5EF4-FFF2-40B4-BE49-F238E27FC236}">
                <a16:creationId xmlns:a16="http://schemas.microsoft.com/office/drawing/2014/main" id="{9E97AFE2-B3D3-4FD2-9707-631B2858DDE0}"/>
              </a:ext>
            </a:extLst>
          </p:cNvPr>
          <p:cNvSpPr txBox="1">
            <a:spLocks/>
          </p:cNvSpPr>
          <p:nvPr/>
        </p:nvSpPr>
        <p:spPr>
          <a:xfrm>
            <a:off x="884902" y="447986"/>
            <a:ext cx="10392696" cy="9852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Пример размеров шрифтов</a:t>
            </a:r>
          </a:p>
        </p:txBody>
      </p:sp>
    </p:spTree>
    <p:extLst>
      <p:ext uri="{BB962C8B-B14F-4D97-AF65-F5344CB8AC3E}">
        <p14:creationId xmlns:p14="http://schemas.microsoft.com/office/powerpoint/2010/main" val="3125048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6B9EBF6-BF06-43AB-AD9F-96952E6F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Выделения и акценты в тексте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884238" y="1755775"/>
            <a:ext cx="10393362" cy="4013200"/>
          </a:xfrm>
        </p:spPr>
        <p:txBody>
          <a:bodyPr>
            <a:normAutofit/>
          </a:bodyPr>
          <a:lstStyle/>
          <a:p>
            <a:r>
              <a:rPr lang="ru-RU" dirty="0"/>
              <a:t>Выделение по тексту лучше всего делать жирным начертанием, </a:t>
            </a:r>
            <a:endParaRPr lang="en-US" dirty="0"/>
          </a:p>
          <a:p>
            <a:r>
              <a:rPr lang="ru-RU" dirty="0"/>
              <a:t>либо добавлять цветовой акцент:</a:t>
            </a:r>
          </a:p>
          <a:p>
            <a:r>
              <a:rPr lang="ru-RU" b="1" dirty="0">
                <a:solidFill>
                  <a:srgbClr val="FFCF66"/>
                </a:solidFill>
              </a:rPr>
              <a:t>Шафрановым</a:t>
            </a:r>
          </a:p>
          <a:p>
            <a:r>
              <a:rPr lang="ru-RU" b="1" dirty="0">
                <a:solidFill>
                  <a:srgbClr val="385E75"/>
                </a:solidFill>
              </a:rPr>
              <a:t>Стальным синим</a:t>
            </a:r>
          </a:p>
          <a:p>
            <a:endParaRPr lang="ru-RU" dirty="0"/>
          </a:p>
          <a:p>
            <a:r>
              <a:rPr lang="ru-RU" dirty="0"/>
              <a:t>Для ссылок лучше использовать </a:t>
            </a:r>
            <a:r>
              <a:rPr lang="ru-RU" u="sng" dirty="0">
                <a:solidFill>
                  <a:srgbClr val="385E75"/>
                </a:solidFill>
              </a:rPr>
              <a:t>стальной синий </a:t>
            </a:r>
          </a:p>
        </p:txBody>
      </p:sp>
    </p:spTree>
    <p:extLst>
      <p:ext uri="{BB962C8B-B14F-4D97-AF65-F5344CB8AC3E}">
        <p14:creationId xmlns:p14="http://schemas.microsoft.com/office/powerpoint/2010/main" val="2850665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882114" y="1598615"/>
            <a:ext cx="10412361" cy="4080312"/>
          </a:xfrm>
        </p:spPr>
        <p:txBody>
          <a:bodyPr/>
          <a:lstStyle/>
          <a:p>
            <a:r>
              <a:rPr lang="ru-RU" dirty="0"/>
              <a:t>Первая позиция в списке</a:t>
            </a:r>
          </a:p>
          <a:p>
            <a:r>
              <a:rPr lang="ru-RU" dirty="0"/>
              <a:t>Вторая позиция в списке</a:t>
            </a:r>
          </a:p>
          <a:p>
            <a:r>
              <a:rPr lang="ru-RU" dirty="0"/>
              <a:t>Третья, но немаловажная позиция в списке</a:t>
            </a:r>
          </a:p>
          <a:p>
            <a:r>
              <a:rPr lang="ru-RU" dirty="0"/>
              <a:t>Четвертая позиция в списке</a:t>
            </a:r>
          </a:p>
          <a:p>
            <a:r>
              <a:rPr lang="ru-RU" dirty="0"/>
              <a:t>Пятая тоже длинная позиция в списке</a:t>
            </a:r>
          </a:p>
          <a:p>
            <a:r>
              <a:rPr lang="ru-RU" dirty="0"/>
              <a:t>Шестая позиция в списке</a:t>
            </a:r>
          </a:p>
          <a:p>
            <a:r>
              <a:rPr lang="ru-RU" dirty="0"/>
              <a:t>Седьмая позиция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Нумерованный список</a:t>
            </a:r>
          </a:p>
        </p:txBody>
      </p:sp>
    </p:spTree>
    <p:extLst>
      <p:ext uri="{BB962C8B-B14F-4D97-AF65-F5344CB8AC3E}">
        <p14:creationId xmlns:p14="http://schemas.microsoft.com/office/powerpoint/2010/main" val="253628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5865430" y="1129630"/>
            <a:ext cx="5415345" cy="4330604"/>
          </a:xfrm>
        </p:spPr>
        <p:txBody>
          <a:bodyPr/>
          <a:lstStyle/>
          <a:p>
            <a:r>
              <a:rPr lang="ru-RU" dirty="0"/>
              <a:t>Первая позиция в списке</a:t>
            </a:r>
          </a:p>
          <a:p>
            <a:r>
              <a:rPr lang="ru-RU" dirty="0"/>
              <a:t>Вторая позиция в списке</a:t>
            </a:r>
          </a:p>
          <a:p>
            <a:r>
              <a:rPr lang="ru-RU" dirty="0"/>
              <a:t>Третья, но немаловажная позиция в списке</a:t>
            </a:r>
          </a:p>
          <a:p>
            <a:r>
              <a:rPr lang="ru-RU" dirty="0"/>
              <a:t>Четвертая позиция в списке</a:t>
            </a:r>
          </a:p>
          <a:p>
            <a:r>
              <a:rPr lang="ru-RU" dirty="0"/>
              <a:t>Пятая тоже длинная позиция в списке</a:t>
            </a:r>
          </a:p>
          <a:p>
            <a:r>
              <a:rPr lang="ru-RU" dirty="0"/>
              <a:t>Шестая позиция в списке</a:t>
            </a:r>
          </a:p>
          <a:p>
            <a:r>
              <a:rPr lang="ru-RU" dirty="0"/>
              <a:t>Седьмая позиция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>
            <a:noAutofit/>
          </a:bodyPr>
          <a:lstStyle/>
          <a:p>
            <a:r>
              <a:rPr lang="ru-RU" dirty="0"/>
              <a:t>Нумерованный список №2</a:t>
            </a:r>
          </a:p>
        </p:txBody>
      </p:sp>
    </p:spTree>
    <p:extLst>
      <p:ext uri="{BB962C8B-B14F-4D97-AF65-F5344CB8AC3E}">
        <p14:creationId xmlns:p14="http://schemas.microsoft.com/office/powerpoint/2010/main" val="83516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884902" y="1445325"/>
            <a:ext cx="10392696" cy="4172342"/>
          </a:xfrm>
        </p:spPr>
        <p:txBody>
          <a:bodyPr/>
          <a:lstStyle/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Первая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Вторая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Третья, но немаловажная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Четвертая позиция в списке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400" b="0" dirty="0"/>
              <a:t> </a:t>
            </a:r>
            <a:r>
              <a:rPr lang="ru-RU" sz="1600" b="0" dirty="0"/>
              <a:t>Второй уровень списка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600" b="0" dirty="0"/>
              <a:t> Ещё одна строчка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489381"/>
          </a:xfrm>
        </p:spPr>
        <p:txBody>
          <a:bodyPr>
            <a:noAutofit/>
          </a:bodyPr>
          <a:lstStyle/>
          <a:p>
            <a:pPr marL="0" indent="0"/>
            <a:r>
              <a:rPr lang="ru-RU" dirty="0"/>
              <a:t>Маркированный список</a:t>
            </a:r>
          </a:p>
        </p:txBody>
      </p:sp>
    </p:spTree>
    <p:extLst>
      <p:ext uri="{BB962C8B-B14F-4D97-AF65-F5344CB8AC3E}">
        <p14:creationId xmlns:p14="http://schemas.microsoft.com/office/powerpoint/2010/main" val="655428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5759776" y="1219224"/>
            <a:ext cx="5517821" cy="4600281"/>
          </a:xfrm>
        </p:spPr>
        <p:txBody>
          <a:bodyPr/>
          <a:lstStyle/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Первая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Вторая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Третья, но немаловажная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Четвертая позиция в списке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400" b="0" dirty="0"/>
              <a:t> </a:t>
            </a:r>
            <a:r>
              <a:rPr lang="ru-RU" sz="1600" b="0" dirty="0"/>
              <a:t>Второй уровень списка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600" b="0" dirty="0"/>
              <a:t> Ещё одна строчка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914403" y="1047774"/>
            <a:ext cx="4412963" cy="1042674"/>
          </a:xfrm>
        </p:spPr>
        <p:txBody>
          <a:bodyPr>
            <a:noAutofit/>
          </a:bodyPr>
          <a:lstStyle/>
          <a:p>
            <a:pPr marL="0" indent="0"/>
            <a:r>
              <a:rPr lang="ru-RU" dirty="0"/>
              <a:t>Маркированный список №</a:t>
            </a:r>
            <a:r>
              <a:rPr lang="en-US" dirty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907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Информация </a:t>
            </a:r>
            <a:br>
              <a:rPr lang="ru-RU" dirty="0"/>
            </a:br>
            <a:r>
              <a:rPr lang="ru-RU" b="0" dirty="0"/>
              <a:t>в колонках</a:t>
            </a:r>
          </a:p>
        </p:txBody>
      </p:sp>
    </p:spTree>
    <p:extLst>
      <p:ext uri="{BB962C8B-B14F-4D97-AF65-F5344CB8AC3E}">
        <p14:creationId xmlns:p14="http://schemas.microsoft.com/office/powerpoint/2010/main" val="769050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BD83C-BA1B-43A6-877F-7D9760DE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Информация с тремя колонками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6256F-18E1-4A28-AF68-5EC03E49EED8}"/>
              </a:ext>
            </a:extLst>
          </p:cNvPr>
          <p:cNvSpPr txBox="1"/>
          <p:nvPr/>
        </p:nvSpPr>
        <p:spPr>
          <a:xfrm>
            <a:off x="1289050" y="3033098"/>
            <a:ext cx="2635250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r>
              <a:rPr lang="ru-RU" b="1" dirty="0"/>
              <a:t>Название раздела.</a:t>
            </a:r>
          </a:p>
          <a:p>
            <a:r>
              <a:rPr lang="ru-RU" b="1" dirty="0"/>
              <a:t>Заголовок.</a:t>
            </a:r>
          </a:p>
          <a:p>
            <a:endParaRPr lang="ru-RU" sz="1400" dirty="0"/>
          </a:p>
          <a:p>
            <a:r>
              <a:rPr lang="ru-RU" sz="1400" dirty="0"/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79A4EC-C42B-449A-A8B4-751AA34F5E62}"/>
              </a:ext>
            </a:extLst>
          </p:cNvPr>
          <p:cNvSpPr txBox="1"/>
          <p:nvPr/>
        </p:nvSpPr>
        <p:spPr>
          <a:xfrm>
            <a:off x="7943850" y="3033098"/>
            <a:ext cx="2635250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r>
              <a:rPr lang="ru-RU" b="1" dirty="0"/>
              <a:t>Название раздела.</a:t>
            </a:r>
          </a:p>
          <a:p>
            <a:r>
              <a:rPr lang="ru-RU" b="1" dirty="0"/>
              <a:t>Заголовок.</a:t>
            </a:r>
          </a:p>
          <a:p>
            <a:endParaRPr lang="ru-RU" sz="1400" dirty="0"/>
          </a:p>
          <a:p>
            <a:r>
              <a:rPr lang="ru-RU" sz="1400" dirty="0"/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E4E36-E310-4CA1-A8B1-2A51D2BABF75}"/>
              </a:ext>
            </a:extLst>
          </p:cNvPr>
          <p:cNvSpPr txBox="1"/>
          <p:nvPr/>
        </p:nvSpPr>
        <p:spPr>
          <a:xfrm>
            <a:off x="4616450" y="3033098"/>
            <a:ext cx="2635250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r>
              <a:rPr lang="ru-RU" b="1" dirty="0"/>
              <a:t>Название раздела.</a:t>
            </a:r>
          </a:p>
          <a:p>
            <a:r>
              <a:rPr lang="ru-RU" b="1" dirty="0"/>
              <a:t>Заголовок.</a:t>
            </a:r>
          </a:p>
          <a:p>
            <a:endParaRPr lang="ru-RU" sz="1400" dirty="0"/>
          </a:p>
          <a:p>
            <a:r>
              <a:rPr lang="ru-RU" sz="1400" dirty="0"/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C53ED022-4EC5-4B70-B3CC-D8105E01085A}"/>
              </a:ext>
            </a:extLst>
          </p:cNvPr>
          <p:cNvSpPr/>
          <p:nvPr/>
        </p:nvSpPr>
        <p:spPr>
          <a:xfrm>
            <a:off x="2033587" y="1771650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3E965416-61A9-4236-BDA1-4446899CF3CD}"/>
              </a:ext>
            </a:extLst>
          </p:cNvPr>
          <p:cNvSpPr/>
          <p:nvPr/>
        </p:nvSpPr>
        <p:spPr>
          <a:xfrm>
            <a:off x="5360987" y="1771649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1F4CD5A-6C8F-4016-830B-CF93ADE0F2CF}"/>
              </a:ext>
            </a:extLst>
          </p:cNvPr>
          <p:cNvSpPr/>
          <p:nvPr/>
        </p:nvSpPr>
        <p:spPr>
          <a:xfrm>
            <a:off x="8675688" y="1771649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00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BD83C-BA1B-43A6-877F-7D9760DE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Информация с четырьмя колонками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07C26-34B0-41F9-9374-F9A07475D033}"/>
              </a:ext>
            </a:extLst>
          </p:cNvPr>
          <p:cNvSpPr txBox="1"/>
          <p:nvPr/>
        </p:nvSpPr>
        <p:spPr>
          <a:xfrm>
            <a:off x="1313016" y="3476278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b="1" dirty="0"/>
              <a:t>Название раздела.</a:t>
            </a:r>
          </a:p>
          <a:p>
            <a:pPr algn="ctr"/>
            <a:r>
              <a:rPr lang="ru-RU" b="1" dirty="0"/>
              <a:t>Заголовок.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Душа моя озарена неземной радостью, как эти чудесные весенние утра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D42E4673-2C34-44CC-98B8-D3D3B9F0C011}"/>
              </a:ext>
            </a:extLst>
          </p:cNvPr>
          <p:cNvSpPr/>
          <p:nvPr/>
        </p:nvSpPr>
        <p:spPr>
          <a:xfrm>
            <a:off x="1801966" y="1895165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31FE8FCC-802F-4FFD-8FD6-6FD92DF81B12}"/>
              </a:ext>
            </a:extLst>
          </p:cNvPr>
          <p:cNvSpPr/>
          <p:nvPr/>
        </p:nvSpPr>
        <p:spPr>
          <a:xfrm>
            <a:off x="4190624" y="1895166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791CDDB3-6FC2-412D-9A59-366D838DFE0B}"/>
              </a:ext>
            </a:extLst>
          </p:cNvPr>
          <p:cNvSpPr/>
          <p:nvPr/>
        </p:nvSpPr>
        <p:spPr>
          <a:xfrm>
            <a:off x="8967941" y="1895165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4B778D-2E85-4E37-9DCE-C7914F5A7D22}"/>
              </a:ext>
            </a:extLst>
          </p:cNvPr>
          <p:cNvSpPr txBox="1"/>
          <p:nvPr/>
        </p:nvSpPr>
        <p:spPr>
          <a:xfrm>
            <a:off x="3701674" y="3476278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b="1" dirty="0"/>
              <a:t>Название раздела.</a:t>
            </a:r>
          </a:p>
          <a:p>
            <a:pPr algn="ctr"/>
            <a:r>
              <a:rPr lang="ru-RU" b="1" dirty="0"/>
              <a:t>Заголовок.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Душа моя озарена неземной радостью, как эти чудесные весенние утра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62564A-D111-4A3E-A80F-FD845F5AC454}"/>
              </a:ext>
            </a:extLst>
          </p:cNvPr>
          <p:cNvSpPr txBox="1"/>
          <p:nvPr/>
        </p:nvSpPr>
        <p:spPr>
          <a:xfrm>
            <a:off x="6090332" y="3476278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b="1" dirty="0"/>
              <a:t>Название раздела.</a:t>
            </a:r>
          </a:p>
          <a:p>
            <a:pPr algn="ctr"/>
            <a:r>
              <a:rPr lang="ru-RU" b="1" dirty="0"/>
              <a:t>Заголовок.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Душа моя озарена неземной радостью, как эти чудесные весенние утра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9B296D-DFBD-45F7-9982-9B6D7F5EEC24}"/>
              </a:ext>
            </a:extLst>
          </p:cNvPr>
          <p:cNvSpPr txBox="1"/>
          <p:nvPr/>
        </p:nvSpPr>
        <p:spPr>
          <a:xfrm>
            <a:off x="8478991" y="3476278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b="1" dirty="0"/>
              <a:t>Название раздела.</a:t>
            </a:r>
          </a:p>
          <a:p>
            <a:pPr algn="ctr"/>
            <a:r>
              <a:rPr lang="ru-RU" b="1" dirty="0"/>
              <a:t>Заголовок.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Душа моя озарена неземной радостью, как эти чудесные весенние утра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09507ACB-776A-45C1-9B02-CB41B540B9E3}"/>
              </a:ext>
            </a:extLst>
          </p:cNvPr>
          <p:cNvSpPr/>
          <p:nvPr/>
        </p:nvSpPr>
        <p:spPr>
          <a:xfrm>
            <a:off x="6579282" y="1895166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722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Слайды </a:t>
            </a:r>
            <a:br>
              <a:rPr lang="ru-RU" dirty="0"/>
            </a:br>
            <a:r>
              <a:rPr lang="ru-RU" dirty="0"/>
              <a:t>с фотографиями</a:t>
            </a:r>
          </a:p>
        </p:txBody>
      </p:sp>
    </p:spTree>
    <p:extLst>
      <p:ext uri="{BB962C8B-B14F-4D97-AF65-F5344CB8AC3E}">
        <p14:creationId xmlns:p14="http://schemas.microsoft.com/office/powerpoint/2010/main" val="232973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/>
          <a:lstStyle/>
          <a:p>
            <a:r>
              <a:rPr lang="ru-RU" dirty="0"/>
              <a:t>Описание фотографии</a:t>
            </a:r>
          </a:p>
        </p:txBody>
      </p:sp>
      <p:pic>
        <p:nvPicPr>
          <p:cNvPr id="6" name="Рисунок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" b="9"/>
          <a:stretch/>
        </p:blipFill>
        <p:spPr>
          <a:xfrm>
            <a:off x="880704" y="1614516"/>
            <a:ext cx="5005388" cy="4060364"/>
          </a:xfr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2CAA5E8A-5C51-44D3-BA27-C5B2538997B8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096000" y="1614516"/>
            <a:ext cx="5196348" cy="715962"/>
          </a:xfrm>
        </p:spPr>
        <p:txBody>
          <a:bodyPr/>
          <a:lstStyle/>
          <a:p>
            <a:r>
              <a:rPr lang="ru-RU" dirty="0"/>
              <a:t>Название</a:t>
            </a: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38F7464-78B3-42E8-AA84-71AB5779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Слайд с фото или скриншотом</a:t>
            </a:r>
          </a:p>
        </p:txBody>
      </p:sp>
    </p:spTree>
    <p:extLst>
      <p:ext uri="{BB962C8B-B14F-4D97-AF65-F5344CB8AC3E}">
        <p14:creationId xmlns:p14="http://schemas.microsoft.com/office/powerpoint/2010/main" val="629762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ctr"/>
          <a:lstStyle/>
          <a:p>
            <a:r>
              <a:rPr lang="ru-RU"/>
              <a:t>Описание фотографии</a:t>
            </a:r>
            <a:endParaRPr lang="ru-RU" dirty="0"/>
          </a:p>
        </p:txBody>
      </p:sp>
      <p:pic>
        <p:nvPicPr>
          <p:cNvPr id="17" name="Рисунок 1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77" b="3577"/>
          <a:stretch/>
        </p:blipFill>
        <p:spPr>
          <a:xfrm>
            <a:off x="890535" y="1514633"/>
            <a:ext cx="4782677" cy="2890556"/>
          </a:xfrm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69C6200E-375D-4410-ADE6-D1E52D1F4EC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890535" y="4536785"/>
            <a:ext cx="4782677" cy="428625"/>
          </a:xfrm>
        </p:spPr>
        <p:txBody>
          <a:bodyPr/>
          <a:lstStyle/>
          <a:p>
            <a:r>
              <a:rPr lang="ru-RU"/>
              <a:t>Название</a:t>
            </a:r>
            <a:endParaRPr lang="ru-RU" dirty="0"/>
          </a:p>
        </p:txBody>
      </p:sp>
      <p:sp>
        <p:nvSpPr>
          <p:cNvPr id="14" name="Текст 1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ctr"/>
          <a:lstStyle/>
          <a:p>
            <a:r>
              <a:rPr lang="ru-RU"/>
              <a:t>Описание фотографии</a:t>
            </a:r>
            <a:endParaRPr lang="ru-RU" dirty="0"/>
          </a:p>
        </p:txBody>
      </p:sp>
      <p:pic>
        <p:nvPicPr>
          <p:cNvPr id="18" name="Рисунок 17"/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241" b="3241"/>
          <a:stretch/>
        </p:blipFill>
        <p:spPr>
          <a:xfrm>
            <a:off x="6518788" y="1504646"/>
            <a:ext cx="4782677" cy="2900543"/>
          </a:xfr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2E998124-4957-4C45-9B27-A4A7D48C2C5A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6518788" y="4536784"/>
            <a:ext cx="4782677" cy="428625"/>
          </a:xfrm>
        </p:spPr>
        <p:txBody>
          <a:bodyPr/>
          <a:lstStyle/>
          <a:p>
            <a:r>
              <a:rPr lang="ru-RU"/>
              <a:t>Название</a:t>
            </a:r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3842846-295E-422B-BBB1-C4BD0AE0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/>
              <a:t>Слайд с фото или скриншотом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482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Графики </a:t>
            </a:r>
            <a:br>
              <a:rPr lang="ru-RU" dirty="0"/>
            </a:br>
            <a:r>
              <a:rPr lang="ru-RU" dirty="0"/>
              <a:t>и диаграммы</a:t>
            </a:r>
          </a:p>
        </p:txBody>
      </p:sp>
    </p:spTree>
    <p:extLst>
      <p:ext uri="{BB962C8B-B14F-4D97-AF65-F5344CB8AC3E}">
        <p14:creationId xmlns:p14="http://schemas.microsoft.com/office/powerpoint/2010/main" val="79435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бъект 2"/>
          <p:cNvSpPr txBox="1">
            <a:spLocks/>
          </p:cNvSpPr>
          <p:nvPr/>
        </p:nvSpPr>
        <p:spPr>
          <a:xfrm>
            <a:off x="6275387" y="2892425"/>
            <a:ext cx="4284663" cy="236061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Описание диаграммы – для чего данные, что дают, пояснение</a:t>
            </a:r>
          </a:p>
          <a:p>
            <a:endParaRPr lang="ru-RU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solidFill>
                  <a:srgbClr val="FFCF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1 000 000 ₽ </a:t>
            </a:r>
          </a:p>
          <a:p>
            <a:pPr>
              <a:spcBef>
                <a:spcPts val="600"/>
              </a:spcBef>
            </a:pP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Значимая цифра, на которой нужен акцент </a:t>
            </a: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6275387" y="1106487"/>
            <a:ext cx="4284663" cy="1538287"/>
          </a:xfrm>
        </p:spPr>
        <p:txBody>
          <a:bodyPr anchor="ctr" anchorCtr="0">
            <a:noAutofit/>
          </a:bodyPr>
          <a:lstStyle/>
          <a:p>
            <a:r>
              <a:rPr lang="ru-RU"/>
              <a:t>Пример круговой диаграммы</a:t>
            </a:r>
            <a:endParaRPr lang="ru-RU" dirty="0"/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629C739A-4C5F-453D-966B-9E0C3E4819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3956629"/>
              </p:ext>
            </p:extLst>
          </p:nvPr>
        </p:nvGraphicFramePr>
        <p:xfrm>
          <a:off x="874713" y="835026"/>
          <a:ext cx="4349750" cy="4418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05213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1B39C997-BBD2-4E86-B565-1B74E5906408}"/>
              </a:ext>
            </a:extLst>
          </p:cNvPr>
          <p:cNvSpPr txBox="1">
            <a:spLocks/>
          </p:cNvSpPr>
          <p:nvPr/>
        </p:nvSpPr>
        <p:spPr>
          <a:xfrm>
            <a:off x="884238" y="441325"/>
            <a:ext cx="10393362" cy="9858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Пример диаграммы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4EC4AD92-69AF-4BE1-8B44-7FECA84F2A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9212861"/>
              </p:ext>
            </p:extLst>
          </p:nvPr>
        </p:nvGraphicFramePr>
        <p:xfrm>
          <a:off x="874713" y="1427163"/>
          <a:ext cx="9917112" cy="4333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8983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955675" y="1143000"/>
            <a:ext cx="2881313" cy="45307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ru-RU" sz="3600" dirty="0">
                <a:latin typeface="Verdana" panose="020B0604030504040204" pitchFamily="34" charset="0"/>
                <a:ea typeface="Verdana" panose="020B0604030504040204" pitchFamily="34" charset="0"/>
              </a:rPr>
              <a:t>Название графика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Описание графика – для чего данные, </a:t>
            </a:r>
            <a:endParaRPr lang="en-US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что дают, пояснение</a:t>
            </a:r>
          </a:p>
          <a:p>
            <a:endParaRPr lang="ru-RU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0435919"/>
              </p:ext>
            </p:extLst>
          </p:nvPr>
        </p:nvGraphicFramePr>
        <p:xfrm>
          <a:off x="4229100" y="1143000"/>
          <a:ext cx="6511925" cy="484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9956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Пример таблицы</a:t>
            </a:r>
          </a:p>
        </p:txBody>
      </p:sp>
      <p:graphicFrame>
        <p:nvGraphicFramePr>
          <p:cNvPr id="8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76628"/>
              </p:ext>
            </p:extLst>
          </p:nvPr>
        </p:nvGraphicFramePr>
        <p:xfrm>
          <a:off x="888997" y="1472904"/>
          <a:ext cx="10398127" cy="43052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137">
                  <a:extLst>
                    <a:ext uri="{9D8B030D-6E8A-4147-A177-3AD203B41FA5}">
                      <a16:colId xmlns:a16="http://schemas.microsoft.com/office/drawing/2014/main" val="2230007474"/>
                    </a:ext>
                  </a:extLst>
                </a:gridCol>
                <a:gridCol w="1937185">
                  <a:extLst>
                    <a:ext uri="{9D8B030D-6E8A-4147-A177-3AD203B41FA5}">
                      <a16:colId xmlns:a16="http://schemas.microsoft.com/office/drawing/2014/main" val="1737370462"/>
                    </a:ext>
                  </a:extLst>
                </a:gridCol>
                <a:gridCol w="1937185">
                  <a:extLst>
                    <a:ext uri="{9D8B030D-6E8A-4147-A177-3AD203B41FA5}">
                      <a16:colId xmlns:a16="http://schemas.microsoft.com/office/drawing/2014/main" val="2753811826"/>
                    </a:ext>
                  </a:extLst>
                </a:gridCol>
                <a:gridCol w="2535435">
                  <a:extLst>
                    <a:ext uri="{9D8B030D-6E8A-4147-A177-3AD203B41FA5}">
                      <a16:colId xmlns:a16="http://schemas.microsoft.com/office/drawing/2014/main" val="435143496"/>
                    </a:ext>
                  </a:extLst>
                </a:gridCol>
                <a:gridCol w="1937185">
                  <a:extLst>
                    <a:ext uri="{9D8B030D-6E8A-4147-A177-3AD203B41FA5}">
                      <a16:colId xmlns:a16="http://schemas.microsoft.com/office/drawing/2014/main" val="831828249"/>
                    </a:ext>
                  </a:extLst>
                </a:gridCol>
              </a:tblGrid>
              <a:tr h="92859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Важные показатели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Цифровые</a:t>
                      </a:r>
                      <a:b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данные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Какие-то</a:t>
                      </a:r>
                      <a:b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проценты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Ещё цифровые</a:t>
                      </a:r>
                      <a:b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данные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Ещё какие-то</a:t>
                      </a:r>
                      <a:b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проценты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740373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688399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407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47%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407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796634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445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445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927372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2016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472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472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45836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2017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511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54%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511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243772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55%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826115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679715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2020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545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57%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545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25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572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0DB8C50-AB2E-46E9-BEC9-B3D1929DF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" y="2372008"/>
            <a:ext cx="6259839" cy="3649380"/>
          </a:xfrm>
        </p:spPr>
        <p:txBody>
          <a:bodyPr/>
          <a:lstStyle/>
          <a:p>
            <a:r>
              <a:rPr lang="ru-RU"/>
              <a:t>Визуальные элементы</a:t>
            </a:r>
            <a:br>
              <a:rPr lang="ru-RU"/>
            </a:br>
            <a:r>
              <a:rPr lang="ru-RU" sz="4000" b="0"/>
              <a:t>Иконки, росчерки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3343766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1094208-6A55-4E32-BBD7-46BC97AD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Иконки цветные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54578EF-F6AC-4D1A-9EB8-0B5C6B66598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267" y="2644054"/>
            <a:ext cx="654673" cy="654981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81E4F77-B9C5-4C18-8530-5A0D2600198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47" y="1888768"/>
            <a:ext cx="654673" cy="65467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05DE70D-C3C5-4202-869E-F972E176A75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386" y="3496342"/>
            <a:ext cx="304798" cy="304798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4E4D6F0-3FE5-42A2-AF36-27CC25C0C6E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386" y="3959142"/>
            <a:ext cx="304798" cy="30479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0CDAD98-FE8D-44CE-B753-AC65DDE7B76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9934" y="3470658"/>
            <a:ext cx="1080000" cy="10800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5614848-E73F-476D-95E2-FFC5A899632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0378" y="3470658"/>
            <a:ext cx="1080000" cy="10800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F3BE344C-AEC4-455D-9FD5-8706DA0DADA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9934" y="2540396"/>
            <a:ext cx="1080000" cy="10800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AA81448-E597-415E-BC0F-C7E7AF4579C6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3409" y="1645287"/>
            <a:ext cx="1080000" cy="10800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E3147FE-38D3-4DCE-BBC3-12D7898E9DBF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3409" y="2540396"/>
            <a:ext cx="1080000" cy="10800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D19536C5-01E9-46EB-B7D0-6EAD2E5AED4B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9934" y="1645287"/>
            <a:ext cx="1080000" cy="10800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35A0166-2731-4574-90B0-13829978BDDC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0378" y="1645287"/>
            <a:ext cx="1080000" cy="10800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CDE457B1-0A67-42AC-BC91-964EE3CB2BB5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3409" y="3470658"/>
            <a:ext cx="1080000" cy="10800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C216D4C-6903-4969-A46D-94AEEEBDC146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0378" y="2540396"/>
            <a:ext cx="1080000" cy="10800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BCCC819-D227-4505-B1A4-A2EEEDBD7C34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386" y="4421942"/>
            <a:ext cx="304798" cy="304798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0B612B77-A80C-4FE5-862F-FF9E01C9D9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4119" y="3705899"/>
            <a:ext cx="520685" cy="52068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9B2D487-16F1-414F-83FA-5B4F95EC263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4119" y="4330957"/>
            <a:ext cx="520685" cy="520685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9FBFBBFD-13E9-4DF2-8843-9BA9F863C9DE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7009" y="1848068"/>
            <a:ext cx="514905" cy="51490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1D37972C-E567-45DA-BA8C-BE6121E3BF60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7009" y="2467345"/>
            <a:ext cx="514905" cy="514905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A226603-BB22-42EA-B25F-CEF10600467A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7009" y="3086622"/>
            <a:ext cx="514905" cy="51490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493B3F96-BC74-426E-B5C0-F456FD7DC13E}"/>
              </a:ext>
            </a:extLst>
          </p:cNvPr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4005" y="3090884"/>
            <a:ext cx="514905" cy="514905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FF2FBBF9-2EBC-4F2B-8DF3-A7B8FAB2B34C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4005" y="4336737"/>
            <a:ext cx="514905" cy="514905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650F89BA-F19E-41EC-9F27-691FB9E1F18C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4005" y="2467345"/>
            <a:ext cx="514905" cy="514905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6E76D05B-DE8F-4001-BF2E-85DD760C537B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4005" y="3704285"/>
            <a:ext cx="514905" cy="514905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7DE84D1-CB4E-4958-ABD4-9F3463E85ED4}"/>
              </a:ext>
            </a:extLst>
          </p:cNvPr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4005" y="1834893"/>
            <a:ext cx="514905" cy="514905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F163026B-CDF4-4B34-89BA-1F352BCADD0A}"/>
              </a:ext>
            </a:extLst>
          </p:cNvPr>
          <p:cNvPicPr>
            <a:picLocks noChangeAspect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5334" y="3470658"/>
            <a:ext cx="1080000" cy="10800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FA5EB47A-1A61-4675-8527-5CBCB4B21A6E}"/>
              </a:ext>
            </a:extLst>
          </p:cNvPr>
          <p:cNvPicPr>
            <a:picLocks noChangeAspect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5379" y="1645287"/>
            <a:ext cx="1080000" cy="10800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9CF7B765-7AD5-429D-8FB4-8BEE804A6E0F}"/>
              </a:ext>
            </a:extLst>
          </p:cNvPr>
          <p:cNvPicPr>
            <a:picLocks noChangeAspect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0626" y="1670579"/>
            <a:ext cx="1029417" cy="1029417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CA47D736-B7AA-4FDF-AA61-B89D627D3D23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5334" y="2540396"/>
            <a:ext cx="1080000" cy="10800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C81E256A-1159-4940-8BCD-34A90CF8BB39}"/>
              </a:ext>
            </a:extLst>
          </p:cNvPr>
          <p:cNvPicPr>
            <a:picLocks noChangeAspect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0311" y="3606027"/>
            <a:ext cx="809262" cy="809262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052FDC12-FBE1-480C-888D-1EF128798CE9}"/>
              </a:ext>
            </a:extLst>
          </p:cNvPr>
          <p:cNvPicPr>
            <a:picLocks noChangeAspect="1"/>
          </p:cNvPicPr>
          <p:nvPr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58" y="2675765"/>
            <a:ext cx="807243" cy="809262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D5A7F652-18F2-45E4-B4AB-E0D06214E08B}"/>
              </a:ext>
            </a:extLst>
          </p:cNvPr>
          <p:cNvPicPr>
            <a:picLocks noChangeAspect="1"/>
          </p:cNvPicPr>
          <p:nvPr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3675" y="2700079"/>
            <a:ext cx="762535" cy="760634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20DABAD4-C313-4B83-8626-CDE2B54192DA}"/>
              </a:ext>
            </a:extLst>
          </p:cNvPr>
          <p:cNvPicPr>
            <a:picLocks noChangeAspect="1"/>
          </p:cNvPicPr>
          <p:nvPr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0748" y="3606027"/>
            <a:ext cx="809262" cy="809262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F61C73DC-368E-4229-B786-DE3784DA4C5D}"/>
              </a:ext>
            </a:extLst>
          </p:cNvPr>
          <p:cNvPicPr>
            <a:picLocks noChangeAspect="1"/>
          </p:cNvPicPr>
          <p:nvPr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3675" y="1804020"/>
            <a:ext cx="762535" cy="762535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E0839FED-AA53-4B9B-9D2A-E222C038546E}"/>
              </a:ext>
            </a:extLst>
          </p:cNvPr>
          <p:cNvPicPr>
            <a:picLocks noChangeAspect="1"/>
          </p:cNvPicPr>
          <p:nvPr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8842" y="1670579"/>
            <a:ext cx="1011938" cy="969266"/>
          </a:xfrm>
          <a:prstGeom prst="rect">
            <a:avLst/>
          </a:prstGeom>
        </p:spPr>
      </p:pic>
      <p:pic>
        <p:nvPicPr>
          <p:cNvPr id="118" name="Рисунок 117">
            <a:extLst>
              <a:ext uri="{FF2B5EF4-FFF2-40B4-BE49-F238E27FC236}">
                <a16:creationId xmlns:a16="http://schemas.microsoft.com/office/drawing/2014/main" id="{35C16826-7231-4AED-8D5B-1DC413574BBB}"/>
              </a:ext>
            </a:extLst>
          </p:cNvPr>
          <p:cNvPicPr>
            <a:picLocks noChangeAspect="1"/>
          </p:cNvPicPr>
          <p:nvPr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8842" y="2509724"/>
            <a:ext cx="1011938" cy="969266"/>
          </a:xfrm>
          <a:prstGeom prst="rect">
            <a:avLst/>
          </a:prstGeom>
        </p:spPr>
      </p:pic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8256174D-FDED-4C69-9BC2-37FFD848572A}"/>
              </a:ext>
            </a:extLst>
          </p:cNvPr>
          <p:cNvPicPr>
            <a:picLocks noChangeAspect="1"/>
          </p:cNvPicPr>
          <p:nvPr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8842" y="3348869"/>
            <a:ext cx="1011938" cy="969266"/>
          </a:xfrm>
          <a:prstGeom prst="rect">
            <a:avLst/>
          </a:prstGeom>
        </p:spPr>
      </p:pic>
      <p:pic>
        <p:nvPicPr>
          <p:cNvPr id="120" name="Рисунок 119">
            <a:extLst>
              <a:ext uri="{FF2B5EF4-FFF2-40B4-BE49-F238E27FC236}">
                <a16:creationId xmlns:a16="http://schemas.microsoft.com/office/drawing/2014/main" id="{735FAB4D-6CFE-4EDA-AF10-F6AF3364E359}"/>
              </a:ext>
            </a:extLst>
          </p:cNvPr>
          <p:cNvPicPr>
            <a:picLocks noChangeAspect="1"/>
          </p:cNvPicPr>
          <p:nvPr/>
        </p:nvPicPr>
        <p:blipFill>
          <a:blip r:embed="rId3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8842" y="4188014"/>
            <a:ext cx="1011938" cy="969266"/>
          </a:xfrm>
          <a:prstGeom prst="rect">
            <a:avLst/>
          </a:prstGeom>
        </p:spPr>
      </p:pic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BE6395E5-ED38-40DE-818F-8A9362B60738}"/>
              </a:ext>
            </a:extLst>
          </p:cNvPr>
          <p:cNvPicPr>
            <a:picLocks noChangeAspect="1"/>
          </p:cNvPicPr>
          <p:nvPr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8842" y="5027158"/>
            <a:ext cx="1011938" cy="969266"/>
          </a:xfrm>
          <a:prstGeom prst="rect">
            <a:avLst/>
          </a:prstGeom>
        </p:spPr>
      </p:pic>
      <p:pic>
        <p:nvPicPr>
          <p:cNvPr id="123" name="Рисунок 122">
            <a:extLst>
              <a:ext uri="{FF2B5EF4-FFF2-40B4-BE49-F238E27FC236}">
                <a16:creationId xmlns:a16="http://schemas.microsoft.com/office/drawing/2014/main" id="{D5BFE448-A313-446F-9824-592398512857}"/>
              </a:ext>
            </a:extLst>
          </p:cNvPr>
          <p:cNvPicPr>
            <a:picLocks noChangeAspect="1"/>
          </p:cNvPicPr>
          <p:nvPr/>
        </p:nvPicPr>
        <p:blipFill>
          <a:blip r:embed="rId4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5695" y="4501136"/>
            <a:ext cx="782506" cy="782506"/>
          </a:xfrm>
          <a:prstGeom prst="rect">
            <a:avLst/>
          </a:prstGeom>
        </p:spPr>
      </p:pic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35B0D618-FA06-4A50-AF34-5D27FC603AB1}"/>
              </a:ext>
            </a:extLst>
          </p:cNvPr>
          <p:cNvPicPr>
            <a:picLocks noChangeAspect="1"/>
          </p:cNvPicPr>
          <p:nvPr/>
        </p:nvPicPr>
        <p:blipFill>
          <a:blip r:embed="rId4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8842" y="4501136"/>
            <a:ext cx="782506" cy="78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48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74AB6E4B-49A8-4A62-89D4-5EB2DF155290}"/>
              </a:ext>
            </a:extLst>
          </p:cNvPr>
          <p:cNvSpPr txBox="1">
            <a:spLocks/>
          </p:cNvSpPr>
          <p:nvPr/>
        </p:nvSpPr>
        <p:spPr>
          <a:xfrm>
            <a:off x="899652" y="464392"/>
            <a:ext cx="10392696" cy="48938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Черно-белые иконки</a:t>
            </a:r>
          </a:p>
        </p:txBody>
      </p:sp>
      <p:pic>
        <p:nvPicPr>
          <p:cNvPr id="5" name="Picture 2" descr="D:\лена раб\Форус и прочее\Корпрынок Дизайн\для презы\8\4-57.png">
            <a:extLst>
              <a:ext uri="{FF2B5EF4-FFF2-40B4-BE49-F238E27FC236}">
                <a16:creationId xmlns:a16="http://schemas.microsoft.com/office/drawing/2014/main" id="{E09466C3-7BB7-4003-8432-26A23B8AD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41138" y="1640399"/>
            <a:ext cx="893735" cy="857256"/>
          </a:xfrm>
          <a:prstGeom prst="rect">
            <a:avLst/>
          </a:prstGeom>
          <a:noFill/>
        </p:spPr>
      </p:pic>
      <p:pic>
        <p:nvPicPr>
          <p:cNvPr id="6" name="Picture 3" descr="D:\лена раб\Форус и прочее\Корпрынок Дизайн\для презы\8\4-58.png">
            <a:extLst>
              <a:ext uri="{FF2B5EF4-FFF2-40B4-BE49-F238E27FC236}">
                <a16:creationId xmlns:a16="http://schemas.microsoft.com/office/drawing/2014/main" id="{FBC30EEE-95AA-4D1E-9C8C-BB13BC132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05683" y="1640399"/>
            <a:ext cx="893735" cy="857256"/>
          </a:xfrm>
          <a:prstGeom prst="rect">
            <a:avLst/>
          </a:prstGeom>
          <a:noFill/>
        </p:spPr>
      </p:pic>
      <p:pic>
        <p:nvPicPr>
          <p:cNvPr id="7" name="Picture 4" descr="D:\лена раб\Форус и прочее\Корпрынок Дизайн\для презы\8\4-59.png">
            <a:extLst>
              <a:ext uri="{FF2B5EF4-FFF2-40B4-BE49-F238E27FC236}">
                <a16:creationId xmlns:a16="http://schemas.microsoft.com/office/drawing/2014/main" id="{6B8FD3E0-6E45-4A25-B04C-E03950699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20195" y="1640399"/>
            <a:ext cx="893735" cy="857256"/>
          </a:xfrm>
          <a:prstGeom prst="rect">
            <a:avLst/>
          </a:prstGeom>
          <a:noFill/>
        </p:spPr>
      </p:pic>
      <p:pic>
        <p:nvPicPr>
          <p:cNvPr id="8" name="Picture 5" descr="D:\лена раб\Форус и прочее\Корпрынок Дизайн\для презы\8\4-60.png">
            <a:extLst>
              <a:ext uri="{FF2B5EF4-FFF2-40B4-BE49-F238E27FC236}">
                <a16:creationId xmlns:a16="http://schemas.microsoft.com/office/drawing/2014/main" id="{488772D3-B6C5-4BDA-966E-D012C2798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1270" y="1640399"/>
            <a:ext cx="893735" cy="857256"/>
          </a:xfrm>
          <a:prstGeom prst="rect">
            <a:avLst/>
          </a:prstGeom>
          <a:noFill/>
        </p:spPr>
      </p:pic>
      <p:pic>
        <p:nvPicPr>
          <p:cNvPr id="9" name="Picture 6" descr="D:\лена раб\Форус и прочее\Корпрынок Дизайн\для презы\8\4-61.png">
            <a:extLst>
              <a:ext uri="{FF2B5EF4-FFF2-40B4-BE49-F238E27FC236}">
                <a16:creationId xmlns:a16="http://schemas.microsoft.com/office/drawing/2014/main" id="{F257EBF4-CC2E-4FD5-9137-685298633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20195" y="2499272"/>
            <a:ext cx="893735" cy="857256"/>
          </a:xfrm>
          <a:prstGeom prst="rect">
            <a:avLst/>
          </a:prstGeom>
          <a:noFill/>
        </p:spPr>
      </p:pic>
      <p:pic>
        <p:nvPicPr>
          <p:cNvPr id="10" name="Picture 7" descr="D:\лена раб\Форус и прочее\Корпрынок Дизайн\для презы\8\4-62.png">
            <a:extLst>
              <a:ext uri="{FF2B5EF4-FFF2-40B4-BE49-F238E27FC236}">
                <a16:creationId xmlns:a16="http://schemas.microsoft.com/office/drawing/2014/main" id="{C7DEA41F-60CD-48AA-99EE-04D38057B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27220" y="1640399"/>
            <a:ext cx="893735" cy="857256"/>
          </a:xfrm>
          <a:prstGeom prst="rect">
            <a:avLst/>
          </a:prstGeom>
          <a:noFill/>
        </p:spPr>
      </p:pic>
      <p:pic>
        <p:nvPicPr>
          <p:cNvPr id="11" name="Picture 8" descr="D:\лена раб\Форус и прочее\Корпрынок Дизайн\для презы\8\4-47.png">
            <a:extLst>
              <a:ext uri="{FF2B5EF4-FFF2-40B4-BE49-F238E27FC236}">
                <a16:creationId xmlns:a16="http://schemas.microsoft.com/office/drawing/2014/main" id="{B9581C9A-7224-4D10-BD55-9A280E58E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27220" y="2499272"/>
            <a:ext cx="893735" cy="857256"/>
          </a:xfrm>
          <a:prstGeom prst="rect">
            <a:avLst/>
          </a:prstGeom>
          <a:noFill/>
        </p:spPr>
      </p:pic>
      <p:pic>
        <p:nvPicPr>
          <p:cNvPr id="12" name="Picture 9" descr="D:\лена раб\Форус и прочее\Корпрынок Дизайн\для презы\8\4-48.png">
            <a:extLst>
              <a:ext uri="{FF2B5EF4-FFF2-40B4-BE49-F238E27FC236}">
                <a16:creationId xmlns:a16="http://schemas.microsoft.com/office/drawing/2014/main" id="{5BF05B93-7B58-42F6-A6CF-E162F0D72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05683" y="2499272"/>
            <a:ext cx="893735" cy="857256"/>
          </a:xfrm>
          <a:prstGeom prst="rect">
            <a:avLst/>
          </a:prstGeom>
          <a:noFill/>
        </p:spPr>
      </p:pic>
      <p:pic>
        <p:nvPicPr>
          <p:cNvPr id="13" name="Picture 10" descr="D:\лена раб\Форус и прочее\Корпрынок Дизайн\для презы\8\4-49.png">
            <a:extLst>
              <a:ext uri="{FF2B5EF4-FFF2-40B4-BE49-F238E27FC236}">
                <a16:creationId xmlns:a16="http://schemas.microsoft.com/office/drawing/2014/main" id="{567B85E9-045A-4EDF-BEB0-DA277CAF3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41138" y="2499272"/>
            <a:ext cx="893735" cy="857256"/>
          </a:xfrm>
          <a:prstGeom prst="rect">
            <a:avLst/>
          </a:prstGeom>
          <a:noFill/>
        </p:spPr>
      </p:pic>
      <p:pic>
        <p:nvPicPr>
          <p:cNvPr id="14" name="Picture 11" descr="D:\лена раб\Форус и прочее\Корпрынок Дизайн\для презы\8\4-50.png">
            <a:extLst>
              <a:ext uri="{FF2B5EF4-FFF2-40B4-BE49-F238E27FC236}">
                <a16:creationId xmlns:a16="http://schemas.microsoft.com/office/drawing/2014/main" id="{42D264DF-5E5A-4985-AA23-1144345A8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1270" y="2499272"/>
            <a:ext cx="893735" cy="857256"/>
          </a:xfrm>
          <a:prstGeom prst="rect">
            <a:avLst/>
          </a:prstGeom>
          <a:noFill/>
        </p:spPr>
      </p:pic>
      <p:pic>
        <p:nvPicPr>
          <p:cNvPr id="15" name="Picture 12" descr="D:\лена раб\Форус и прочее\Корпрынок Дизайн\для презы\8\4-51.png">
            <a:extLst>
              <a:ext uri="{FF2B5EF4-FFF2-40B4-BE49-F238E27FC236}">
                <a16:creationId xmlns:a16="http://schemas.microsoft.com/office/drawing/2014/main" id="{056CC60E-F328-4692-80E6-612E77B69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1006" y="2499272"/>
            <a:ext cx="893735" cy="857256"/>
          </a:xfrm>
          <a:prstGeom prst="rect">
            <a:avLst/>
          </a:prstGeom>
          <a:noFill/>
        </p:spPr>
      </p:pic>
      <p:pic>
        <p:nvPicPr>
          <p:cNvPr id="16" name="Picture 13" descr="D:\лена раб\Форус и прочее\Корпрынок Дизайн\для презы\8\4-52.png">
            <a:extLst>
              <a:ext uri="{FF2B5EF4-FFF2-40B4-BE49-F238E27FC236}">
                <a16:creationId xmlns:a16="http://schemas.microsoft.com/office/drawing/2014/main" id="{6BBD3975-86AF-478F-A825-AA8CD8889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76593" y="2499272"/>
            <a:ext cx="893735" cy="857256"/>
          </a:xfrm>
          <a:prstGeom prst="rect">
            <a:avLst/>
          </a:prstGeom>
          <a:noFill/>
        </p:spPr>
      </p:pic>
      <p:pic>
        <p:nvPicPr>
          <p:cNvPr id="17" name="Picture 14" descr="D:\лена раб\Форус и прочее\Корпрынок Дизайн\для презы\8\4-53.png">
            <a:extLst>
              <a:ext uri="{FF2B5EF4-FFF2-40B4-BE49-F238E27FC236}">
                <a16:creationId xmlns:a16="http://schemas.microsoft.com/office/drawing/2014/main" id="{997895F6-9D59-40DB-AB05-DAA21C606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899" y="2499272"/>
            <a:ext cx="893735" cy="857256"/>
          </a:xfrm>
          <a:prstGeom prst="rect">
            <a:avLst/>
          </a:prstGeom>
          <a:noFill/>
        </p:spPr>
      </p:pic>
      <p:pic>
        <p:nvPicPr>
          <p:cNvPr id="18" name="Picture 15" descr="D:\лена раб\Форус и прочее\Корпрынок Дизайн\для презы\8\4-54.png">
            <a:extLst>
              <a:ext uri="{FF2B5EF4-FFF2-40B4-BE49-F238E27FC236}">
                <a16:creationId xmlns:a16="http://schemas.microsoft.com/office/drawing/2014/main" id="{5C322232-12D8-4488-B873-5676604DA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1006" y="1640399"/>
            <a:ext cx="893735" cy="857256"/>
          </a:xfrm>
          <a:prstGeom prst="rect">
            <a:avLst/>
          </a:prstGeom>
          <a:noFill/>
        </p:spPr>
      </p:pic>
      <p:pic>
        <p:nvPicPr>
          <p:cNvPr id="19" name="Picture 16" descr="D:\лена раб\Форус и прочее\Корпрынок Дизайн\для презы\8\4-55.png">
            <a:extLst>
              <a:ext uri="{FF2B5EF4-FFF2-40B4-BE49-F238E27FC236}">
                <a16:creationId xmlns:a16="http://schemas.microsoft.com/office/drawing/2014/main" id="{992E2F78-A322-4099-99E0-0B6A9A000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76593" y="1640399"/>
            <a:ext cx="893735" cy="857256"/>
          </a:xfrm>
          <a:prstGeom prst="rect">
            <a:avLst/>
          </a:prstGeom>
          <a:noFill/>
        </p:spPr>
      </p:pic>
      <p:pic>
        <p:nvPicPr>
          <p:cNvPr id="20" name="Picture 17" descr="D:\лена раб\Форус и прочее\Корпрынок Дизайн\для презы\8\4-56.png">
            <a:extLst>
              <a:ext uri="{FF2B5EF4-FFF2-40B4-BE49-F238E27FC236}">
                <a16:creationId xmlns:a16="http://schemas.microsoft.com/office/drawing/2014/main" id="{6B4712B9-7E42-46A6-93E6-3305F0C53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899" y="1640399"/>
            <a:ext cx="893735" cy="857256"/>
          </a:xfrm>
          <a:prstGeom prst="rect">
            <a:avLst/>
          </a:prstGeom>
          <a:noFill/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E7EE2F3F-C942-4D34-A42A-2ECB7D6DC7CA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6588" y="4756611"/>
            <a:ext cx="565963" cy="565963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8A99BAFC-16ED-436F-B793-9C87E6889CA3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6430" y="4791866"/>
            <a:ext cx="565963" cy="565963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E67A89ED-8315-4263-82A4-C355A2295620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3298" y="3898875"/>
            <a:ext cx="565963" cy="565963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9E8E17A7-2029-4027-B73F-BED2766A70F6}"/>
              </a:ext>
            </a:extLst>
          </p:cNvPr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7970" y="4791866"/>
            <a:ext cx="565963" cy="565963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6F9A0402-F8D9-4E92-A0CD-AA750CFE50A8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2649" y="3858245"/>
            <a:ext cx="565963" cy="565963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25C87A4-406F-4B0F-9E45-CC8A228BEC32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7477" y="3922817"/>
            <a:ext cx="565963" cy="565963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E8D0ABE4-734E-4FF9-9FD5-8D21E5FE9558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351" y="4737217"/>
            <a:ext cx="565963" cy="565963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3C303E21-300E-4956-9103-21EAFB931FE4}"/>
              </a:ext>
            </a:extLst>
          </p:cNvPr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351" y="3922817"/>
            <a:ext cx="565963" cy="565963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478D9F42-18AD-46ED-B962-2A4B0974BAD5}"/>
              </a:ext>
            </a:extLst>
          </p:cNvPr>
          <p:cNvPicPr>
            <a:picLocks noChangeAspect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7220" y="4700686"/>
            <a:ext cx="565963" cy="565963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163982A7-CD3E-4F59-9F94-131FC07A00F7}"/>
              </a:ext>
            </a:extLst>
          </p:cNvPr>
          <p:cNvPicPr>
            <a:picLocks noChangeAspect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7946" y="4729779"/>
            <a:ext cx="565963" cy="565963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9067E6D8-541E-4789-A09A-BDC28951E871}"/>
              </a:ext>
            </a:extLst>
          </p:cNvPr>
          <p:cNvPicPr>
            <a:picLocks noChangeAspect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2000" y="3858246"/>
            <a:ext cx="565963" cy="565963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D8FDC9DF-7E24-42CA-AA9D-A4364C04E023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1509" y="4791866"/>
            <a:ext cx="565963" cy="565963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47B030BA-CD6D-4B32-80C4-CEAC2D184C5C}"/>
              </a:ext>
            </a:extLst>
          </p:cNvPr>
          <p:cNvPicPr>
            <a:picLocks noChangeAspect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1667" y="4791866"/>
            <a:ext cx="565963" cy="56596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77989B8-6D0C-47F0-BEE7-BB2B5E6D6EEA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03" y="4679429"/>
            <a:ext cx="645622" cy="64562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70622139-3A12-454E-8A04-72759CBBA6CA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095" y="3800157"/>
            <a:ext cx="645622" cy="64562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EFACE50-54D2-4854-80D3-EFB1BD26783C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551" y="3792855"/>
            <a:ext cx="645622" cy="645622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1C45B8F-8447-4145-AB6F-E4C36204F135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537" y="3778586"/>
            <a:ext cx="645622" cy="64562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50B4345-957A-490F-BDF4-BCD144E919DA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551" y="4676952"/>
            <a:ext cx="645622" cy="64562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B29A4F4-440A-4DA1-8DB6-1551ED2AA5F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317" y="3799191"/>
            <a:ext cx="719294" cy="71929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895FE2D-4718-4528-BFA1-D5CB19548CB5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444" y="3852838"/>
            <a:ext cx="612000" cy="6120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F0491D84-B261-4CD6-8506-1DCFC7F7170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046" y="4223186"/>
            <a:ext cx="774874" cy="77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00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6CC484-67C9-47BF-9FDB-B871B2DA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Росчерки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FBCDA2-5AA9-426F-A49F-B17D3127A7F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0588" y="1654966"/>
            <a:ext cx="2248436" cy="662772"/>
          </a:xfrm>
          <a:prstGeom prst="rect">
            <a:avLst/>
          </a:prstGeom>
        </p:spPr>
      </p:pic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22A07776-02C9-4007-B24F-9B65673DD8D4}"/>
              </a:ext>
            </a:extLst>
          </p:cNvPr>
          <p:cNvSpPr txBox="1">
            <a:spLocks/>
          </p:cNvSpPr>
          <p:nvPr/>
        </p:nvSpPr>
        <p:spPr>
          <a:xfrm>
            <a:off x="7426707" y="1654966"/>
            <a:ext cx="1856198" cy="48938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/>
              <a:t>Заголовок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7BF468-34F2-4F4C-9E99-409C54514BE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945" y="1722665"/>
            <a:ext cx="3008258" cy="886745"/>
          </a:xfrm>
          <a:prstGeom prst="rect">
            <a:avLst/>
          </a:prstGeom>
        </p:spPr>
      </p:pic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1E47BCDE-A34D-4B1C-B316-24E4232A9DD9}"/>
              </a:ext>
            </a:extLst>
          </p:cNvPr>
          <p:cNvSpPr txBox="1">
            <a:spLocks/>
          </p:cNvSpPr>
          <p:nvPr/>
        </p:nvSpPr>
        <p:spPr>
          <a:xfrm>
            <a:off x="7237807" y="2427830"/>
            <a:ext cx="2507914" cy="170924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0" dirty="0"/>
              <a:t>Для подчеркивания важной информации на слайде</a:t>
            </a:r>
          </a:p>
          <a:p>
            <a:endParaRPr lang="ru-RU" sz="1800" b="0" dirty="0"/>
          </a:p>
          <a:p>
            <a:r>
              <a:rPr lang="ru-RU" sz="1800" b="0" dirty="0"/>
              <a:t>Менять размер только с зажатой кнопкой </a:t>
            </a:r>
            <a:r>
              <a:rPr lang="en-US" sz="1800" b="0" dirty="0"/>
              <a:t>Shift</a:t>
            </a:r>
            <a:endParaRPr lang="ru-RU" sz="1800" b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9F2E14-7B27-4116-81CB-4FD2A429F3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00" y="2984828"/>
            <a:ext cx="4933913" cy="88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50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3E02A-941F-4DCF-B100-1827C26E6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Блоки для схем или важной информации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4071821-7553-4B88-B635-915E145BEB12}"/>
              </a:ext>
            </a:extLst>
          </p:cNvPr>
          <p:cNvSpPr/>
          <p:nvPr/>
        </p:nvSpPr>
        <p:spPr>
          <a:xfrm>
            <a:off x="884902" y="2116169"/>
            <a:ext cx="1987214" cy="93571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0" dirty="0">
                <a:solidFill>
                  <a:schemeClr val="tx1"/>
                </a:solidFill>
              </a:rPr>
              <a:t>Название</a:t>
            </a:r>
            <a:br>
              <a:rPr lang="ru-RU" sz="1600" b="0" dirty="0">
                <a:solidFill>
                  <a:schemeClr val="tx1"/>
                </a:solidFill>
              </a:rPr>
            </a:br>
            <a:r>
              <a:rPr lang="ru-RU" sz="1600" b="0" dirty="0">
                <a:solidFill>
                  <a:schemeClr val="tx1"/>
                </a:solidFill>
              </a:rPr>
              <a:t>блока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2766CA7-0F49-45B4-8C7E-DD2CE1E650A8}"/>
              </a:ext>
            </a:extLst>
          </p:cNvPr>
          <p:cNvSpPr/>
          <p:nvPr/>
        </p:nvSpPr>
        <p:spPr>
          <a:xfrm>
            <a:off x="3506132" y="2116169"/>
            <a:ext cx="1987214" cy="93571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0" dirty="0">
                <a:solidFill>
                  <a:schemeClr val="bg1"/>
                </a:solidFill>
              </a:rPr>
              <a:t>Название </a:t>
            </a:r>
            <a:br>
              <a:rPr lang="ru-RU" sz="1600" b="0" dirty="0">
                <a:solidFill>
                  <a:schemeClr val="bg1"/>
                </a:solidFill>
              </a:rPr>
            </a:br>
            <a:r>
              <a:rPr lang="ru-RU" sz="1600" b="0" dirty="0">
                <a:solidFill>
                  <a:schemeClr val="bg1"/>
                </a:solidFill>
              </a:rPr>
              <a:t>блока</a:t>
            </a: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4FA81482-D2AD-436B-8B9E-3C2C3D2207EA}"/>
              </a:ext>
            </a:extLst>
          </p:cNvPr>
          <p:cNvSpPr/>
          <p:nvPr/>
        </p:nvSpPr>
        <p:spPr>
          <a:xfrm>
            <a:off x="6249595" y="2116169"/>
            <a:ext cx="1987214" cy="9357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0" dirty="0">
                <a:solidFill>
                  <a:schemeClr val="tx1"/>
                </a:solidFill>
              </a:rPr>
              <a:t>Название</a:t>
            </a:r>
            <a:br>
              <a:rPr lang="ru-RU" sz="1600" b="0" dirty="0">
                <a:solidFill>
                  <a:schemeClr val="tx1"/>
                </a:solidFill>
              </a:rPr>
            </a:br>
            <a:r>
              <a:rPr lang="ru-RU" sz="1600" b="0" dirty="0">
                <a:solidFill>
                  <a:schemeClr val="tx1"/>
                </a:solidFill>
              </a:rPr>
              <a:t>блока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032EDC-37B9-49A5-BF35-A4053EE869B0}"/>
              </a:ext>
            </a:extLst>
          </p:cNvPr>
          <p:cNvSpPr txBox="1"/>
          <p:nvPr/>
        </p:nvSpPr>
        <p:spPr>
          <a:xfrm>
            <a:off x="1265177" y="3762521"/>
            <a:ext cx="4500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0" i="0" dirty="0">
                <a:solidFill>
                  <a:srgbClr val="000000"/>
                </a:solidFill>
                <a:effectLst/>
              </a:rPr>
              <a:t>Выделение ключевой информации на слайде</a:t>
            </a: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8A98FC-F04F-462B-9E6D-71CE3C251EC7}"/>
              </a:ext>
            </a:extLst>
          </p:cNvPr>
          <p:cNvSpPr txBox="1"/>
          <p:nvPr/>
        </p:nvSpPr>
        <p:spPr>
          <a:xfrm>
            <a:off x="1627127" y="4455629"/>
            <a:ext cx="3433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0" i="0" dirty="0">
                <a:solidFill>
                  <a:srgbClr val="000000"/>
                </a:solidFill>
                <a:effectLst/>
              </a:rPr>
              <a:t>Пункт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83BC93-A3AD-45C2-8DA6-96C19681386A}"/>
              </a:ext>
            </a:extLst>
          </p:cNvPr>
          <p:cNvSpPr txBox="1"/>
          <p:nvPr/>
        </p:nvSpPr>
        <p:spPr>
          <a:xfrm>
            <a:off x="1627128" y="4894412"/>
            <a:ext cx="3433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0" i="0" dirty="0">
                <a:solidFill>
                  <a:srgbClr val="000000"/>
                </a:solidFill>
                <a:effectLst/>
              </a:rPr>
              <a:t>Пункт</a:t>
            </a:r>
            <a:endParaRPr lang="ru-RU" dirty="0">
              <a:solidFill>
                <a:srgbClr val="000000"/>
              </a:solidFill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902359F-C9AE-42C7-ACE1-964751795B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177" y="4528801"/>
            <a:ext cx="278750" cy="27875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7F39D7C8-3C9A-4455-B9CC-01AF0A7A0A2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177" y="4908000"/>
            <a:ext cx="278750" cy="278750"/>
          </a:xfrm>
          <a:prstGeom prst="rect">
            <a:avLst/>
          </a:prstGeom>
        </p:spPr>
      </p:pic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7B3DDAF8-6306-417A-B0C6-6A513745CF5E}"/>
              </a:ext>
            </a:extLst>
          </p:cNvPr>
          <p:cNvSpPr/>
          <p:nvPr/>
        </p:nvSpPr>
        <p:spPr>
          <a:xfrm>
            <a:off x="894065" y="3603039"/>
            <a:ext cx="5224134" cy="1959561"/>
          </a:xfrm>
          <a:prstGeom prst="roundRect">
            <a:avLst>
              <a:gd name="adj" fmla="val 8084"/>
            </a:avLst>
          </a:prstGeom>
          <a:noFill/>
          <a:ln w="19050"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3695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>
          <a:xfrm>
            <a:off x="1156007" y="3429000"/>
            <a:ext cx="6084888" cy="1133788"/>
          </a:xfrm>
        </p:spPr>
        <p:txBody>
          <a:bodyPr/>
          <a:lstStyle/>
          <a:p>
            <a:r>
              <a:rPr lang="ru-RU" dirty="0"/>
              <a:t>Иван Иванов </a:t>
            </a:r>
          </a:p>
          <a:p>
            <a:r>
              <a:rPr lang="ru-RU" dirty="0"/>
              <a:t>Автор презентации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/>
          </p:nvPr>
        </p:nvSpPr>
        <p:spPr>
          <a:xfrm>
            <a:off x="1156007" y="4588768"/>
            <a:ext cx="3770313" cy="628650"/>
          </a:xfrm>
        </p:spPr>
        <p:txBody>
          <a:bodyPr>
            <a:normAutofit/>
          </a:bodyPr>
          <a:lstStyle/>
          <a:p>
            <a:r>
              <a:rPr lang="ru-RU" dirty="0"/>
              <a:t>(3952) 78-00-00</a:t>
            </a:r>
          </a:p>
          <a:p>
            <a:r>
              <a:rPr lang="en-US" dirty="0"/>
              <a:t>info@forus.ru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1E45A4-D183-428C-91DB-57C1E65AA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6006" y="1733549"/>
            <a:ext cx="6084889" cy="1810323"/>
          </a:xfrm>
        </p:spPr>
        <p:txBody>
          <a:bodyPr/>
          <a:lstStyle/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330483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Корп синий">
      <a:dk1>
        <a:sysClr val="windowText" lastClr="000000"/>
      </a:dk1>
      <a:lt1>
        <a:sysClr val="window" lastClr="FFFFFF"/>
      </a:lt1>
      <a:dk2>
        <a:srgbClr val="395F75"/>
      </a:dk2>
      <a:lt2>
        <a:srgbClr val="E7E6E6"/>
      </a:lt2>
      <a:accent1>
        <a:srgbClr val="FECF68"/>
      </a:accent1>
      <a:accent2>
        <a:srgbClr val="395F75"/>
      </a:accent2>
      <a:accent3>
        <a:srgbClr val="A5A5A5"/>
      </a:accent3>
      <a:accent4>
        <a:srgbClr val="77A3BC"/>
      </a:accent4>
      <a:accent5>
        <a:srgbClr val="FEE2A4"/>
      </a:accent5>
      <a:accent6>
        <a:srgbClr val="ADB9CA"/>
      </a:accent6>
      <a:hlink>
        <a:srgbClr val="395F75"/>
      </a:hlink>
      <a:folHlink>
        <a:srgbClr val="395F75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999</TotalTime>
  <Words>790</Words>
  <Application>Microsoft Office PowerPoint</Application>
  <PresentationFormat>Широкоэкранный</PresentationFormat>
  <Paragraphs>195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Verdana</vt:lpstr>
      <vt:lpstr>Тема Forus2020</vt:lpstr>
      <vt:lpstr>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 по которым можно выравнивать расположение объектов. </vt:lpstr>
      <vt:lpstr>Слайды 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Информация с тремя колонками</vt:lpstr>
      <vt:lpstr>Информация с четырьмя колонками</vt:lpstr>
      <vt:lpstr>Слайды  с фотографиями</vt:lpstr>
      <vt:lpstr>Слайд с фото или скриншотом</vt:lpstr>
      <vt:lpstr>Слайд с фото или скриншотом</vt:lpstr>
      <vt:lpstr>Графики  и диаграммы</vt:lpstr>
      <vt:lpstr>Пример круговой диаграммы</vt:lpstr>
      <vt:lpstr>Презентация PowerPoint</vt:lpstr>
      <vt:lpstr>Презентация PowerPoint</vt:lpstr>
      <vt:lpstr>Пример таблицы</vt:lpstr>
      <vt:lpstr>Визуальные элементы Иконки, росчерки</vt:lpstr>
      <vt:lpstr>Иконки цветные</vt:lpstr>
      <vt:lpstr>Презентация PowerPoint</vt:lpstr>
      <vt:lpstr>Росчерки</vt:lpstr>
      <vt:lpstr>Блоки для схем или важной информации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144</cp:revision>
  <dcterms:created xsi:type="dcterms:W3CDTF">2020-01-20T06:19:00Z</dcterms:created>
  <dcterms:modified xsi:type="dcterms:W3CDTF">2025-01-21T03:54:16Z</dcterms:modified>
</cp:coreProperties>
</file>