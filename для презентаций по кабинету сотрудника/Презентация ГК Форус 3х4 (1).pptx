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9" r:id="rId1"/>
  </p:sldMasterIdLst>
  <p:notesMasterIdLst>
    <p:notesMasterId r:id="rId27"/>
  </p:notesMasterIdLst>
  <p:handoutMasterIdLst>
    <p:handoutMasterId r:id="rId28"/>
  </p:handoutMasterIdLst>
  <p:sldIdLst>
    <p:sldId id="277" r:id="rId2"/>
    <p:sldId id="278" r:id="rId3"/>
    <p:sldId id="284" r:id="rId4"/>
    <p:sldId id="271" r:id="rId5"/>
    <p:sldId id="261" r:id="rId6"/>
    <p:sldId id="279" r:id="rId7"/>
    <p:sldId id="280" r:id="rId8"/>
    <p:sldId id="281" r:id="rId9"/>
    <p:sldId id="266" r:id="rId10"/>
    <p:sldId id="265" r:id="rId11"/>
    <p:sldId id="269" r:id="rId12"/>
    <p:sldId id="270" r:id="rId13"/>
    <p:sldId id="272" r:id="rId14"/>
    <p:sldId id="273" r:id="rId15"/>
    <p:sldId id="274" r:id="rId16"/>
    <p:sldId id="258" r:id="rId17"/>
    <p:sldId id="259" r:id="rId18"/>
    <p:sldId id="260" r:id="rId19"/>
    <p:sldId id="282" r:id="rId20"/>
    <p:sldId id="286" r:id="rId21"/>
    <p:sldId id="285" r:id="rId22"/>
    <p:sldId id="287" r:id="rId23"/>
    <p:sldId id="288" r:id="rId24"/>
    <p:sldId id="289" r:id="rId25"/>
    <p:sldId id="283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Шафрановый шаблон" id="{FBFB8EBD-73BD-4F84-9F02-556D73907D89}">
          <p14:sldIdLst>
            <p14:sldId id="277"/>
            <p14:sldId id="278"/>
            <p14:sldId id="284"/>
            <p14:sldId id="271"/>
            <p14:sldId id="261"/>
            <p14:sldId id="279"/>
            <p14:sldId id="280"/>
            <p14:sldId id="281"/>
            <p14:sldId id="266"/>
            <p14:sldId id="265"/>
            <p14:sldId id="269"/>
            <p14:sldId id="270"/>
            <p14:sldId id="272"/>
            <p14:sldId id="273"/>
            <p14:sldId id="274"/>
            <p14:sldId id="258"/>
            <p14:sldId id="259"/>
            <p14:sldId id="260"/>
            <p14:sldId id="282"/>
            <p14:sldId id="286"/>
            <p14:sldId id="285"/>
            <p14:sldId id="287"/>
            <p14:sldId id="288"/>
            <p14:sldId id="289"/>
            <p14:sldId id="283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85E75"/>
    <a:srgbClr val="D64A4A"/>
    <a:srgbClr val="FFCF66"/>
    <a:srgbClr val="F7DB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56" autoAdjust="0"/>
    <p:restoredTop sz="96395" autoAdjust="0"/>
  </p:normalViewPr>
  <p:slideViewPr>
    <p:cSldViewPr snapToGrid="0">
      <p:cViewPr varScale="1">
        <p:scale>
          <a:sx n="101" d="100"/>
          <a:sy n="101" d="100"/>
        </p:scale>
        <p:origin x="1854" y="11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5" d="100"/>
          <a:sy n="85" d="100"/>
        </p:scale>
        <p:origin x="3804" y="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&#1050;&#1085;&#1080;&#1075;&#1072;1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0016820652836352E-2"/>
          <c:y val="1.0096793673443743E-2"/>
          <c:w val="0.98577533458472477"/>
          <c:h val="0.86562425679382748"/>
        </c:manualLayout>
      </c:layout>
      <c:pie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Продажи</c:v>
                </c:pt>
              </c:strCache>
            </c:strRef>
          </c:tx>
          <c:spPr>
            <a:ln w="38100"/>
          </c:spPr>
          <c:dPt>
            <c:idx val="0"/>
            <c:bubble3D val="0"/>
            <c:explosion val="1"/>
            <c:spPr>
              <a:solidFill>
                <a:srgbClr val="FFCF66"/>
              </a:solidFill>
              <a:ln w="3810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1AAF-46A3-8430-3015A7C4C478}"/>
              </c:ext>
            </c:extLst>
          </c:dPt>
          <c:dPt>
            <c:idx val="1"/>
            <c:bubble3D val="0"/>
            <c:spPr>
              <a:solidFill>
                <a:srgbClr val="385E75"/>
              </a:solidFill>
              <a:ln w="3810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1AAF-46A3-8430-3015A7C4C478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3810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1AAF-46A3-8430-3015A7C4C478}"/>
              </c:ext>
            </c:extLst>
          </c:dPt>
          <c:dPt>
            <c:idx val="3"/>
            <c:bubble3D val="0"/>
            <c:spPr>
              <a:solidFill>
                <a:srgbClr val="26DB6E"/>
              </a:solidFill>
              <a:ln w="3810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1AAF-46A3-8430-3015A7C4C478}"/>
              </c:ext>
            </c:extLst>
          </c:dPt>
          <c:dPt>
            <c:idx val="4"/>
            <c:bubble3D val="0"/>
            <c:spPr>
              <a:solidFill>
                <a:srgbClr val="D64A4A"/>
              </a:solidFill>
              <a:ln w="3810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1AAF-46A3-8430-3015A7C4C478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+mn-cs"/>
                  </a:defRPr>
                </a:pPr>
                <a:endParaRPr lang="ru-RU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numRef>
              <c:f>Лист1!$A$2:$A$6</c:f>
              <c:numCache>
                <c:formatCode>General</c:formatCode>
                <c:ptCount val="5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</c:numCache>
            </c:numRef>
          </c:cat>
          <c:val>
            <c:numRef>
              <c:f>Лист1!$B$2:$B$6</c:f>
              <c:numCache>
                <c:formatCode>General</c:formatCode>
                <c:ptCount val="5"/>
                <c:pt idx="0">
                  <c:v>5.2</c:v>
                </c:pt>
                <c:pt idx="1">
                  <c:v>8.1999999999999993</c:v>
                </c:pt>
                <c:pt idx="2">
                  <c:v>1.4</c:v>
                </c:pt>
                <c:pt idx="3">
                  <c:v>1.2</c:v>
                </c:pt>
                <c:pt idx="4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1AAF-46A3-8430-3015A7C4C478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 w="190500">
          <a:solidFill>
            <a:schemeClr val="lt1"/>
          </a:solidFill>
        </a:ln>
        <a:effectLst/>
      </c:spPr>
    </c:plotArea>
    <c:legend>
      <c:legendPos val="b"/>
      <c:layout>
        <c:manualLayout>
          <c:xMode val="edge"/>
          <c:yMode val="edge"/>
          <c:x val="1.4401404158845471E-2"/>
          <c:y val="0.924300484450013"/>
          <c:w val="0.98049535603715166"/>
          <c:h val="7.5699515549987023E-2"/>
        </c:manualLayout>
      </c:layout>
      <c:overlay val="0"/>
      <c:spPr>
        <a:noFill/>
        <a:ln w="0">
          <a:solidFill>
            <a:schemeClr val="lt1"/>
          </a:solidFill>
        </a:ln>
        <a:effectLst/>
      </c:spPr>
      <c:txPr>
        <a:bodyPr rot="0" spcFirstLastPara="1" vertOverflow="ellipsis" vert="horz" wrap="square" anchor="t" anchorCtr="0"/>
        <a:lstStyle/>
        <a:p>
          <a:pPr>
            <a:defRPr sz="1600" b="0" i="0" u="none" strike="noStrike" kern="1200" baseline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3600270669291345E-2"/>
          <c:y val="0.20017508101742848"/>
          <c:w val="0.60928224593722835"/>
          <c:h val="0.7076727083365957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1С </c:v>
                </c:pt>
              </c:strCache>
            </c:strRef>
          </c:tx>
          <c:spPr>
            <a:solidFill>
              <a:srgbClr val="385E75"/>
            </a:solidFill>
            <a:ln>
              <a:noFill/>
            </a:ln>
            <a:effectLst/>
          </c:spPr>
          <c:invertIfNegative val="0"/>
          <c:cat>
            <c:numRef>
              <c:f>Лист1!$A$2:$A$4</c:f>
              <c:numCache>
                <c:formatCode>General</c:formatCode>
                <c:ptCount val="3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</c:numCache>
            </c:numRef>
          </c:cat>
          <c:val>
            <c:numRef>
              <c:f>Лист1!$B$2:$B$4</c:f>
              <c:numCache>
                <c:formatCode>General</c:formatCode>
                <c:ptCount val="3"/>
                <c:pt idx="0">
                  <c:v>100</c:v>
                </c:pt>
                <c:pt idx="1">
                  <c:v>125</c:v>
                </c:pt>
                <c:pt idx="2">
                  <c:v>160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5BC-404D-9E11-190224186FC1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Антивирусы</c:v>
                </c:pt>
              </c:strCache>
            </c:strRef>
          </c:tx>
          <c:spPr>
            <a:solidFill>
              <a:srgbClr val="26DB6E"/>
            </a:solidFill>
            <a:ln>
              <a:noFill/>
            </a:ln>
            <a:effectLst/>
          </c:spPr>
          <c:invertIfNegative val="0"/>
          <c:cat>
            <c:numRef>
              <c:f>Лист1!$A$2:$A$4</c:f>
              <c:numCache>
                <c:formatCode>General</c:formatCode>
                <c:ptCount val="3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</c:numCache>
            </c:numRef>
          </c:cat>
          <c:val>
            <c:numRef>
              <c:f>Лист1!$C$2:$C$4</c:f>
              <c:numCache>
                <c:formatCode>General</c:formatCode>
                <c:ptCount val="3"/>
                <c:pt idx="0">
                  <c:v>80</c:v>
                </c:pt>
                <c:pt idx="1">
                  <c:v>75</c:v>
                </c:pt>
                <c:pt idx="2">
                  <c:v>125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5BC-404D-9E11-190224186FC1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Сервисы</c:v>
                </c:pt>
              </c:strCache>
            </c:strRef>
          </c:tx>
          <c:spPr>
            <a:solidFill>
              <a:srgbClr val="D64A4A"/>
            </a:solidFill>
            <a:ln>
              <a:noFill/>
            </a:ln>
            <a:effectLst/>
          </c:spPr>
          <c:invertIfNegative val="0"/>
          <c:cat>
            <c:numRef>
              <c:f>Лист1!$A$2:$A$4</c:f>
              <c:numCache>
                <c:formatCode>General</c:formatCode>
                <c:ptCount val="3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</c:numCache>
            </c:numRef>
          </c:cat>
          <c:val>
            <c:numRef>
              <c:f>Лист1!$D$2:$D$4</c:f>
              <c:numCache>
                <c:formatCode>General</c:formatCode>
                <c:ptCount val="3"/>
                <c:pt idx="0">
                  <c:v>175</c:v>
                </c:pt>
                <c:pt idx="1">
                  <c:v>200</c:v>
                </c:pt>
                <c:pt idx="2">
                  <c:v>210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5BC-404D-9E11-190224186FC1}"/>
            </c:ext>
          </c:extLst>
        </c:ser>
        <c:ser>
          <c:idx val="3"/>
          <c:order val="3"/>
          <c:tx>
            <c:strRef>
              <c:f>Лист1!$E$1</c:f>
              <c:strCache>
                <c:ptCount val="1"/>
                <c:pt idx="0">
                  <c:v>ИТС</c:v>
                </c:pt>
              </c:strCache>
            </c:strRef>
          </c:tx>
          <c:spPr>
            <a:solidFill>
              <a:srgbClr val="FFCF66"/>
            </a:solidFill>
            <a:ln>
              <a:noFill/>
            </a:ln>
            <a:effectLst/>
          </c:spPr>
          <c:invertIfNegative val="0"/>
          <c:cat>
            <c:numRef>
              <c:f>Лист1!$A$2:$A$4</c:f>
              <c:numCache>
                <c:formatCode>General</c:formatCode>
                <c:ptCount val="3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</c:numCache>
            </c:numRef>
          </c:cat>
          <c:val>
            <c:numRef>
              <c:f>Лист1!$E$2:$E$4</c:f>
              <c:numCache>
                <c:formatCode>General</c:formatCode>
                <c:ptCount val="3"/>
                <c:pt idx="0">
                  <c:v>125</c:v>
                </c:pt>
                <c:pt idx="1">
                  <c:v>142</c:v>
                </c:pt>
                <c:pt idx="2">
                  <c:v>180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5BC-404D-9E11-190224186FC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979226576"/>
        <c:axId val="979226992"/>
      </c:barChart>
      <c:catAx>
        <c:axId val="979226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pPr>
            <a:endParaRPr lang="ru-RU"/>
          </a:p>
        </c:txPr>
        <c:crossAx val="979226992"/>
        <c:crosses val="autoZero"/>
        <c:auto val="1"/>
        <c:lblAlgn val="ctr"/>
        <c:lblOffset val="100"/>
        <c:tickMarkSkip val="10"/>
        <c:noMultiLvlLbl val="0"/>
      </c:catAx>
      <c:valAx>
        <c:axId val="9792269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solidFill>
              <a:schemeClr val="bg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pPr>
            <a:endParaRPr lang="ru-RU"/>
          </a:p>
        </c:txPr>
        <c:crossAx val="979226576"/>
        <c:crosses val="autoZero"/>
        <c:crossBetween val="between"/>
      </c:valAx>
      <c:spPr>
        <a:noFill/>
        <a:ln w="0" cmpd="dbl">
          <a:solidFill>
            <a:schemeClr val="bg1"/>
          </a:solidFill>
        </a:ln>
        <a:effectLst>
          <a:softEdge rad="0"/>
        </a:effectLst>
      </c:spPr>
    </c:plotArea>
    <c:legend>
      <c:legendPos val="r"/>
      <c:layout>
        <c:manualLayout>
          <c:xMode val="edge"/>
          <c:yMode val="edge"/>
          <c:x val="0.71201224547990605"/>
          <c:y val="0.34390502107903892"/>
          <c:w val="0.18959349418528013"/>
          <c:h val="0.3549973679505877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652232983022401"/>
          <c:y val="4.0943819173002945E-2"/>
          <c:w val="0.87254024609041936"/>
          <c:h val="0.65781094818940888"/>
        </c:manualLayout>
      </c:layout>
      <c:lineChart>
        <c:grouping val="standard"/>
        <c:varyColors val="0"/>
        <c:ser>
          <c:idx val="0"/>
          <c:order val="0"/>
          <c:tx>
            <c:strRef>
              <c:f>Лист1!$B$25</c:f>
              <c:strCache>
                <c:ptCount val="1"/>
                <c:pt idx="0">
                  <c:v>Показатель 1</c:v>
                </c:pt>
              </c:strCache>
            </c:strRef>
          </c:tx>
          <c:spPr>
            <a:ln w="28575" cap="rnd">
              <a:solidFill>
                <a:srgbClr val="385E75"/>
              </a:solidFill>
              <a:round/>
            </a:ln>
            <a:effectLst/>
          </c:spPr>
          <c:marker>
            <c:symbol val="none"/>
          </c:marker>
          <c:trendline>
            <c:spPr>
              <a:ln w="19050" cap="rnd">
                <a:solidFill>
                  <a:srgbClr val="385E75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cat>
            <c:strRef>
              <c:f>Лист1!$A$26:$A$37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Лист1!$B$26:$B$37</c:f>
              <c:numCache>
                <c:formatCode>0</c:formatCode>
                <c:ptCount val="12"/>
                <c:pt idx="0">
                  <c:v>4453</c:v>
                </c:pt>
                <c:pt idx="1">
                  <c:v>7541</c:v>
                </c:pt>
                <c:pt idx="2">
                  <c:v>6853</c:v>
                </c:pt>
                <c:pt idx="3">
                  <c:v>9530</c:v>
                </c:pt>
                <c:pt idx="4">
                  <c:v>6802</c:v>
                </c:pt>
                <c:pt idx="5">
                  <c:v>6992</c:v>
                </c:pt>
                <c:pt idx="6">
                  <c:v>7427</c:v>
                </c:pt>
                <c:pt idx="7">
                  <c:v>5963</c:v>
                </c:pt>
                <c:pt idx="8">
                  <c:v>6948</c:v>
                </c:pt>
                <c:pt idx="9">
                  <c:v>8346</c:v>
                </c:pt>
                <c:pt idx="10">
                  <c:v>7870</c:v>
                </c:pt>
                <c:pt idx="11">
                  <c:v>8787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97F-4E1A-9632-900417BE8BC8}"/>
            </c:ext>
          </c:extLst>
        </c:ser>
        <c:ser>
          <c:idx val="1"/>
          <c:order val="1"/>
          <c:tx>
            <c:strRef>
              <c:f>Лист1!$C$25</c:f>
              <c:strCache>
                <c:ptCount val="1"/>
                <c:pt idx="0">
                  <c:v>Показатель 2</c:v>
                </c:pt>
              </c:strCache>
            </c:strRef>
          </c:tx>
          <c:spPr>
            <a:ln w="28575" cap="rnd">
              <a:solidFill>
                <a:srgbClr val="FFCF66"/>
              </a:solidFill>
              <a:round/>
            </a:ln>
            <a:effectLst/>
          </c:spPr>
          <c:marker>
            <c:symbol val="none"/>
          </c:marker>
          <c:trendline>
            <c:spPr>
              <a:ln w="19050" cap="rnd">
                <a:solidFill>
                  <a:srgbClr val="FFCF66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cat>
            <c:strRef>
              <c:f>Лист1!$A$26:$A$37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Лист1!$C$26:$C$37</c:f>
              <c:numCache>
                <c:formatCode>0</c:formatCode>
                <c:ptCount val="12"/>
                <c:pt idx="0">
                  <c:v>5167</c:v>
                </c:pt>
                <c:pt idx="1">
                  <c:v>9674</c:v>
                </c:pt>
                <c:pt idx="2">
                  <c:v>8107</c:v>
                </c:pt>
                <c:pt idx="3">
                  <c:v>8934</c:v>
                </c:pt>
                <c:pt idx="4">
                  <c:v>7624</c:v>
                </c:pt>
                <c:pt idx="5">
                  <c:v>7350</c:v>
                </c:pt>
                <c:pt idx="6">
                  <c:v>8362</c:v>
                </c:pt>
                <c:pt idx="7">
                  <c:v>7893</c:v>
                </c:pt>
                <c:pt idx="8">
                  <c:v>9395</c:v>
                </c:pt>
                <c:pt idx="9">
                  <c:v>10436</c:v>
                </c:pt>
                <c:pt idx="10">
                  <c:v>9255</c:v>
                </c:pt>
                <c:pt idx="11">
                  <c:v>6725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97F-4E1A-9632-900417BE8BC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8468527"/>
        <c:axId val="488474767"/>
      </c:lineChart>
      <c:catAx>
        <c:axId val="4884685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pPr>
            <a:endParaRPr lang="ru-RU"/>
          </a:p>
        </c:txPr>
        <c:crossAx val="488474767"/>
        <c:crosses val="autoZero"/>
        <c:auto val="1"/>
        <c:lblAlgn val="ctr"/>
        <c:lblOffset val="100"/>
        <c:noMultiLvlLbl val="0"/>
      </c:catAx>
      <c:valAx>
        <c:axId val="488474767"/>
        <c:scaling>
          <c:orientation val="minMax"/>
          <c:min val="40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pPr>
            <a:endParaRPr lang="ru-RU"/>
          </a:p>
        </c:txPr>
        <c:crossAx val="48846852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1.7826185808323208E-2"/>
          <c:y val="0.89069582462220021"/>
          <c:w val="0.97196108726529518"/>
          <c:h val="9.246200709146147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lnSpc>
              <a:spcPct val="90000"/>
            </a:lnSpc>
            <a:defRPr sz="1050" b="0" i="0" u="none" strike="noStrike" kern="1200" baseline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178FD9-E883-405F-84A7-48BE6C1C4639}" type="datetimeFigureOut">
              <a:rPr lang="ru-RU" smtClean="0"/>
              <a:t>26.12.2024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D83DF0-6FC0-4BAF-9BAA-AC3E7DD339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24204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F1DD30-20F5-456A-A91D-5E5E2AE4E96B}" type="datetimeFigureOut">
              <a:rPr lang="ru-RU" smtClean="0"/>
              <a:t>26.12.2024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AD6420-324F-4B35-AE1D-31198132CD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3850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 символ шафран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747263" y="996120"/>
            <a:ext cx="6498087" cy="3114405"/>
          </a:xfrm>
        </p:spPr>
        <p:txBody>
          <a:bodyPr anchor="ctr" anchorCtr="0">
            <a:normAutofit/>
          </a:bodyPr>
          <a:lstStyle>
            <a:lvl1pPr algn="l">
              <a:lnSpc>
                <a:spcPct val="100000"/>
              </a:lnSpc>
              <a:defRPr sz="4800"/>
            </a:lvl1pPr>
          </a:lstStyle>
          <a:p>
            <a:r>
              <a:rPr lang="ru-RU" dirty="0"/>
              <a:t>Название</a:t>
            </a:r>
            <a:br>
              <a:rPr lang="ru-RU" dirty="0"/>
            </a:br>
            <a:r>
              <a:rPr lang="ru-RU" dirty="0"/>
              <a:t>Заголовок доклада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747264" y="4110522"/>
            <a:ext cx="3780234" cy="747982"/>
          </a:xfrm>
        </p:spPr>
        <p:txBody>
          <a:bodyPr lIns="0" tIns="0" rIns="0" bIns="0">
            <a:normAutofit/>
          </a:bodyPr>
          <a:lstStyle>
            <a:lvl1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baseline="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ru-RU" dirty="0"/>
              <a:t>Имя Фамилия докладчика</a:t>
            </a:r>
          </a:p>
          <a:p>
            <a:r>
              <a:rPr lang="ru-RU" dirty="0"/>
              <a:t>Должность / отдел</a:t>
            </a:r>
          </a:p>
        </p:txBody>
      </p:sp>
    </p:spTree>
    <p:extLst>
      <p:ext uri="{BB962C8B-B14F-4D97-AF65-F5344CB8AC3E}">
        <p14:creationId xmlns:p14="http://schemas.microsoft.com/office/powerpoint/2010/main" val="247891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итульный слайд символ шафран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747263" y="996120"/>
            <a:ext cx="6498087" cy="3114405"/>
          </a:xfrm>
        </p:spPr>
        <p:txBody>
          <a:bodyPr anchor="ctr" anchorCtr="0">
            <a:normAutofit/>
          </a:bodyPr>
          <a:lstStyle>
            <a:lvl1pPr algn="l">
              <a:lnSpc>
                <a:spcPct val="100000"/>
              </a:lnSpc>
              <a:defRPr sz="4800"/>
            </a:lvl1pPr>
          </a:lstStyle>
          <a:p>
            <a:r>
              <a:rPr lang="ru-RU" dirty="0"/>
              <a:t>Название</a:t>
            </a:r>
            <a:br>
              <a:rPr lang="ru-RU" dirty="0"/>
            </a:br>
            <a:r>
              <a:rPr lang="ru-RU" dirty="0"/>
              <a:t>Заголовок доклада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747264" y="4110522"/>
            <a:ext cx="3780234" cy="747982"/>
          </a:xfrm>
        </p:spPr>
        <p:txBody>
          <a:bodyPr lIns="0" tIns="0" rIns="0" bIns="0">
            <a:normAutofit/>
          </a:bodyPr>
          <a:lstStyle>
            <a:lvl1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baseline="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ru-RU" dirty="0"/>
              <a:t>Имя Фамилия докладчика</a:t>
            </a:r>
          </a:p>
          <a:p>
            <a:r>
              <a:rPr lang="ru-RU" dirty="0"/>
              <a:t>Должность / отдел</a:t>
            </a:r>
          </a:p>
        </p:txBody>
      </p:sp>
    </p:spTree>
    <p:extLst>
      <p:ext uri="{BB962C8B-B14F-4D97-AF65-F5344CB8AC3E}">
        <p14:creationId xmlns:p14="http://schemas.microsoft.com/office/powerpoint/2010/main" val="3022430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Титульный слайд символ шафран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755650" y="996120"/>
            <a:ext cx="6498087" cy="3114405"/>
          </a:xfrm>
        </p:spPr>
        <p:txBody>
          <a:bodyPr anchor="ctr" anchorCtr="0">
            <a:normAutofit/>
          </a:bodyPr>
          <a:lstStyle>
            <a:lvl1pPr algn="l">
              <a:lnSpc>
                <a:spcPct val="100000"/>
              </a:lnSpc>
              <a:defRPr sz="4800"/>
            </a:lvl1pPr>
          </a:lstStyle>
          <a:p>
            <a:r>
              <a:rPr lang="ru-RU" dirty="0"/>
              <a:t>Название</a:t>
            </a:r>
            <a:br>
              <a:rPr lang="ru-RU" dirty="0"/>
            </a:br>
            <a:r>
              <a:rPr lang="ru-RU" dirty="0"/>
              <a:t>Заголовок доклада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755651" y="4110522"/>
            <a:ext cx="3780234" cy="747982"/>
          </a:xfrm>
        </p:spPr>
        <p:txBody>
          <a:bodyPr lIns="0" tIns="0" rIns="0" bIns="0">
            <a:normAutofit/>
          </a:bodyPr>
          <a:lstStyle>
            <a:lvl1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baseline="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ru-RU" dirty="0"/>
              <a:t>Имя Фамилия докладчика</a:t>
            </a:r>
          </a:p>
          <a:p>
            <a:r>
              <a:rPr lang="ru-RU" dirty="0"/>
              <a:t>Должность / отдел</a:t>
            </a:r>
          </a:p>
        </p:txBody>
      </p:sp>
    </p:spTree>
    <p:extLst>
      <p:ext uri="{BB962C8B-B14F-4D97-AF65-F5344CB8AC3E}">
        <p14:creationId xmlns:p14="http://schemas.microsoft.com/office/powerpoint/2010/main" val="1908260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Титульный слайд символ шафра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Полилиния 24"/>
          <p:cNvSpPr/>
          <p:nvPr userDrawn="1"/>
        </p:nvSpPr>
        <p:spPr>
          <a:xfrm>
            <a:off x="-2" y="0"/>
            <a:ext cx="4794191" cy="6858000"/>
          </a:xfrm>
          <a:custGeom>
            <a:avLst/>
            <a:gdLst>
              <a:gd name="connsiteX0" fmla="*/ 786539 w 4838701"/>
              <a:gd name="connsiteY0" fmla="*/ 2133598 h 6858000"/>
              <a:gd name="connsiteX1" fmla="*/ 1639821 w 4838701"/>
              <a:gd name="connsiteY1" fmla="*/ 3171823 h 6858000"/>
              <a:gd name="connsiteX2" fmla="*/ 786539 w 4838701"/>
              <a:gd name="connsiteY2" fmla="*/ 4210048 h 6858000"/>
              <a:gd name="connsiteX3" fmla="*/ 57218 w 4838701"/>
              <a:gd name="connsiteY3" fmla="*/ 3751468 h 6858000"/>
              <a:gd name="connsiteX4" fmla="*/ 0 w 4838701"/>
              <a:gd name="connsiteY4" fmla="*/ 3604516 h 6858000"/>
              <a:gd name="connsiteX5" fmla="*/ 0 w 4838701"/>
              <a:gd name="connsiteY5" fmla="*/ 2740664 h 6858000"/>
              <a:gd name="connsiteX6" fmla="*/ 57218 w 4838701"/>
              <a:gd name="connsiteY6" fmla="*/ 2594690 h 6858000"/>
              <a:gd name="connsiteX7" fmla="*/ 786539 w 4838701"/>
              <a:gd name="connsiteY7" fmla="*/ 2133598 h 6858000"/>
              <a:gd name="connsiteX8" fmla="*/ 0 w 4838701"/>
              <a:gd name="connsiteY8" fmla="*/ 0 h 6858000"/>
              <a:gd name="connsiteX9" fmla="*/ 758686 w 4838701"/>
              <a:gd name="connsiteY9" fmla="*/ 0 h 6858000"/>
              <a:gd name="connsiteX10" fmla="*/ 710008 w 4838701"/>
              <a:gd name="connsiteY10" fmla="*/ 64545 h 6858000"/>
              <a:gd name="connsiteX11" fmla="*/ 305440 w 4838701"/>
              <a:gd name="connsiteY11" fmla="*/ 610601 h 6858000"/>
              <a:gd name="connsiteX12" fmla="*/ 311674 w 4838701"/>
              <a:gd name="connsiteY12" fmla="*/ 838097 h 6858000"/>
              <a:gd name="connsiteX13" fmla="*/ 498139 w 4838701"/>
              <a:gd name="connsiteY13" fmla="*/ 1004391 h 6858000"/>
              <a:gd name="connsiteX14" fmla="*/ 758973 w 4838701"/>
              <a:gd name="connsiteY14" fmla="*/ 1014827 h 6858000"/>
              <a:gd name="connsiteX15" fmla="*/ 1953325 w 4838701"/>
              <a:gd name="connsiteY15" fmla="*/ 0 h 6858000"/>
              <a:gd name="connsiteX16" fmla="*/ 3191959 w 4838701"/>
              <a:gd name="connsiteY16" fmla="*/ 0 h 6858000"/>
              <a:gd name="connsiteX17" fmla="*/ 3225359 w 4838701"/>
              <a:gd name="connsiteY17" fmla="*/ 22255 h 6858000"/>
              <a:gd name="connsiteX18" fmla="*/ 4838701 w 4838701"/>
              <a:gd name="connsiteY18" fmla="*/ 3185326 h 6858000"/>
              <a:gd name="connsiteX19" fmla="*/ 2324833 w 4838701"/>
              <a:gd name="connsiteY19" fmla="*/ 6828634 h 6858000"/>
              <a:gd name="connsiteX20" fmla="*/ 2239107 w 4838701"/>
              <a:gd name="connsiteY20" fmla="*/ 6858000 h 6858000"/>
              <a:gd name="connsiteX21" fmla="*/ 0 w 4838701"/>
              <a:gd name="connsiteY21" fmla="*/ 6858000 h 6858000"/>
              <a:gd name="connsiteX22" fmla="*/ 0 w 4838701"/>
              <a:gd name="connsiteY22" fmla="*/ 4907035 h 6858000"/>
              <a:gd name="connsiteX23" fmla="*/ 128075 w 4838701"/>
              <a:gd name="connsiteY23" fmla="*/ 4949125 h 6858000"/>
              <a:gd name="connsiteX24" fmla="*/ 789714 w 4838701"/>
              <a:gd name="connsiteY24" fmla="*/ 5029199 h 6858000"/>
              <a:gd name="connsiteX25" fmla="*/ 2711383 w 4838701"/>
              <a:gd name="connsiteY25" fmla="*/ 3169443 h 6858000"/>
              <a:gd name="connsiteX26" fmla="*/ 789714 w 4838701"/>
              <a:gd name="connsiteY26" fmla="*/ 1309687 h 6858000"/>
              <a:gd name="connsiteX27" fmla="*/ 142223 w 4838701"/>
              <a:gd name="connsiteY27" fmla="*/ 1396835 h 6858000"/>
              <a:gd name="connsiteX28" fmla="*/ 0 w 4838701"/>
              <a:gd name="connsiteY28" fmla="*/ 144478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4838701" h="6858000">
                <a:moveTo>
                  <a:pt x="786539" y="2133598"/>
                </a:moveTo>
                <a:cubicBezTo>
                  <a:pt x="1340344" y="2120898"/>
                  <a:pt x="1639821" y="2598427"/>
                  <a:pt x="1639821" y="3171823"/>
                </a:cubicBezTo>
                <a:cubicBezTo>
                  <a:pt x="1639821" y="3745219"/>
                  <a:pt x="1340344" y="4213223"/>
                  <a:pt x="786539" y="4210048"/>
                </a:cubicBezTo>
                <a:cubicBezTo>
                  <a:pt x="440411" y="4208064"/>
                  <a:pt x="193629" y="4026986"/>
                  <a:pt x="57218" y="3751468"/>
                </a:cubicBezTo>
                <a:lnTo>
                  <a:pt x="0" y="3604516"/>
                </a:lnTo>
                <a:lnTo>
                  <a:pt x="0" y="2740664"/>
                </a:lnTo>
                <a:lnTo>
                  <a:pt x="57218" y="2594690"/>
                </a:lnTo>
                <a:cubicBezTo>
                  <a:pt x="193629" y="2321125"/>
                  <a:pt x="440411" y="2141536"/>
                  <a:pt x="786539" y="2133598"/>
                </a:cubicBezTo>
                <a:close/>
                <a:moveTo>
                  <a:pt x="0" y="0"/>
                </a:moveTo>
                <a:lnTo>
                  <a:pt x="758686" y="0"/>
                </a:lnTo>
                <a:lnTo>
                  <a:pt x="710008" y="64545"/>
                </a:lnTo>
                <a:cubicBezTo>
                  <a:pt x="563598" y="260963"/>
                  <a:pt x="423636" y="452191"/>
                  <a:pt x="305440" y="610601"/>
                </a:cubicBezTo>
                <a:cubicBezTo>
                  <a:pt x="254203" y="666596"/>
                  <a:pt x="255679" y="786860"/>
                  <a:pt x="311674" y="838097"/>
                </a:cubicBezTo>
                <a:lnTo>
                  <a:pt x="498139" y="1004391"/>
                </a:lnTo>
                <a:cubicBezTo>
                  <a:pt x="577945" y="1079440"/>
                  <a:pt x="669636" y="1082728"/>
                  <a:pt x="758973" y="1014827"/>
                </a:cubicBezTo>
                <a:lnTo>
                  <a:pt x="1953325" y="0"/>
                </a:lnTo>
                <a:lnTo>
                  <a:pt x="3191959" y="0"/>
                </a:lnTo>
                <a:lnTo>
                  <a:pt x="3225359" y="22255"/>
                </a:lnTo>
                <a:cubicBezTo>
                  <a:pt x="4201760" y="725220"/>
                  <a:pt x="4838701" y="1879968"/>
                  <a:pt x="4838701" y="3185326"/>
                </a:cubicBezTo>
                <a:cubicBezTo>
                  <a:pt x="4838701" y="4858863"/>
                  <a:pt x="3791789" y="6284847"/>
                  <a:pt x="2324833" y="6828634"/>
                </a:cubicBezTo>
                <a:lnTo>
                  <a:pt x="2239107" y="6858000"/>
                </a:lnTo>
                <a:lnTo>
                  <a:pt x="0" y="6858000"/>
                </a:lnTo>
                <a:lnTo>
                  <a:pt x="0" y="4907035"/>
                </a:lnTo>
                <a:lnTo>
                  <a:pt x="128075" y="4949125"/>
                </a:lnTo>
                <a:cubicBezTo>
                  <a:pt x="324783" y="5002829"/>
                  <a:pt x="545177" y="5030985"/>
                  <a:pt x="789714" y="5029199"/>
                </a:cubicBezTo>
                <a:cubicBezTo>
                  <a:pt x="2093910" y="5019674"/>
                  <a:pt x="2711383" y="4196558"/>
                  <a:pt x="2711383" y="3169443"/>
                </a:cubicBezTo>
                <a:cubicBezTo>
                  <a:pt x="2711383" y="2142328"/>
                  <a:pt x="2055809" y="1300162"/>
                  <a:pt x="789714" y="1309687"/>
                </a:cubicBezTo>
                <a:cubicBezTo>
                  <a:pt x="552321" y="1311473"/>
                  <a:pt x="336392" y="1341862"/>
                  <a:pt x="142223" y="1396835"/>
                </a:cubicBezTo>
                <a:lnTo>
                  <a:pt x="0" y="1444789"/>
                </a:lnTo>
                <a:close/>
              </a:path>
            </a:pathLst>
          </a:custGeom>
          <a:solidFill>
            <a:srgbClr val="FFCF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200" dirty="0"/>
          </a:p>
        </p:txBody>
      </p:sp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4909277" y="1331096"/>
            <a:ext cx="3895323" cy="3114405"/>
          </a:xfrm>
        </p:spPr>
        <p:txBody>
          <a:bodyPr anchor="ctr" anchorCtr="0">
            <a:normAutofit/>
          </a:bodyPr>
          <a:lstStyle>
            <a:lvl1pPr algn="l">
              <a:lnSpc>
                <a:spcPct val="100000"/>
              </a:lnSpc>
              <a:defRPr sz="4800"/>
            </a:lvl1pPr>
          </a:lstStyle>
          <a:p>
            <a:r>
              <a:rPr lang="ru-RU" dirty="0"/>
              <a:t>Название</a:t>
            </a:r>
            <a:br>
              <a:rPr lang="ru-RU" dirty="0"/>
            </a:br>
            <a:r>
              <a:rPr lang="ru-RU" dirty="0"/>
              <a:t>Заголовок доклада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4909278" y="4445501"/>
            <a:ext cx="3780234" cy="747982"/>
          </a:xfrm>
        </p:spPr>
        <p:txBody>
          <a:bodyPr lIns="0" tIns="0" rIns="0" bIns="0">
            <a:normAutofit/>
          </a:bodyPr>
          <a:lstStyle>
            <a:lvl1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baseline="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ru-RU" dirty="0"/>
              <a:t>Имя Фамилия докладчика</a:t>
            </a:r>
          </a:p>
          <a:p>
            <a:r>
              <a:rPr lang="ru-RU" dirty="0"/>
              <a:t>Должность / отдел</a:t>
            </a:r>
          </a:p>
        </p:txBody>
      </p:sp>
      <p:pic>
        <p:nvPicPr>
          <p:cNvPr id="23" name="Рисунок 2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09277" y="5588075"/>
            <a:ext cx="1419095" cy="491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6030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Заголовок и текст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"/>
          <p:cNvSpPr>
            <a:spLocks noGrp="1"/>
          </p:cNvSpPr>
          <p:nvPr>
            <p:ph type="title"/>
          </p:nvPr>
        </p:nvSpPr>
        <p:spPr>
          <a:xfrm>
            <a:off x="755650" y="549275"/>
            <a:ext cx="7557993" cy="977069"/>
          </a:xfrm>
        </p:spPr>
        <p:txBody>
          <a:bodyPr anchor="t" anchorCtr="0"/>
          <a:lstStyle>
            <a:lvl1pPr>
              <a:lnSpc>
                <a:spcPct val="100000"/>
              </a:lnSpc>
              <a:defRPr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4" name="Текст 6"/>
          <p:cNvSpPr>
            <a:spLocks noGrp="1"/>
          </p:cNvSpPr>
          <p:nvPr>
            <p:ph type="body" sz="quarter" idx="13"/>
          </p:nvPr>
        </p:nvSpPr>
        <p:spPr>
          <a:xfrm>
            <a:off x="773333" y="1616878"/>
            <a:ext cx="7555856" cy="4300396"/>
          </a:xfrm>
        </p:spPr>
        <p:txBody>
          <a:bodyPr lIns="0" tIns="0" rIns="0" bIns="0" anchor="t" anchorCtr="0">
            <a:normAutofit/>
          </a:bodyPr>
          <a:lstStyle>
            <a:lvl1pPr marL="108000" indent="0">
              <a:buFontTx/>
              <a:buNone/>
              <a:defRPr sz="1800" b="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8CCE8C-6799-4552-9395-23CB30CC08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903675" y="5727700"/>
            <a:ext cx="4594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803025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и текст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E3509A23-6D40-4A32-8C45-36DAF4992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196" y="549275"/>
            <a:ext cx="7557993" cy="977069"/>
          </a:xfrm>
        </p:spPr>
        <p:txBody>
          <a:bodyPr anchor="t" anchorCtr="0"/>
          <a:lstStyle>
            <a:lvl1pPr>
              <a:defRPr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4886A65-ADC3-4EEA-8F13-8905A578DC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903675" y="5727700"/>
            <a:ext cx="4594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Текст 6">
            <a:extLst>
              <a:ext uri="{FF2B5EF4-FFF2-40B4-BE49-F238E27FC236}">
                <a16:creationId xmlns:a16="http://schemas.microsoft.com/office/drawing/2014/main" id="{16B69B16-AC6E-4798-AB43-7A8C8F249C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73333" y="1616878"/>
            <a:ext cx="7555856" cy="4300396"/>
          </a:xfrm>
        </p:spPr>
        <p:txBody>
          <a:bodyPr lIns="0" tIns="0" rIns="0" bIns="0" anchor="t" anchorCtr="0">
            <a:normAutofit/>
          </a:bodyPr>
          <a:lstStyle>
            <a:lvl1pPr marL="108000" indent="0">
              <a:buFontTx/>
              <a:buNone/>
              <a:defRPr sz="1800" b="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9025779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FFBBA4FC-16FF-4D82-9863-9BAA17B3F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196" y="549275"/>
            <a:ext cx="7557993" cy="977069"/>
          </a:xfrm>
        </p:spPr>
        <p:txBody>
          <a:bodyPr anchor="t" anchorCtr="0"/>
          <a:lstStyle>
            <a:lvl1pPr>
              <a:defRPr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059A531-11B9-49DD-9CE9-776D19C7C1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903675" y="5727700"/>
            <a:ext cx="4594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Текст 6">
            <a:extLst>
              <a:ext uri="{FF2B5EF4-FFF2-40B4-BE49-F238E27FC236}">
                <a16:creationId xmlns:a16="http://schemas.microsoft.com/office/drawing/2014/main" id="{15840A90-8B28-4111-B881-42EEDEDF83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73333" y="1616878"/>
            <a:ext cx="7555856" cy="4300396"/>
          </a:xfrm>
        </p:spPr>
        <p:txBody>
          <a:bodyPr lIns="0" tIns="0" rIns="0" bIns="0" anchor="t" anchorCtr="0">
            <a:normAutofit/>
          </a:bodyPr>
          <a:lstStyle>
            <a:lvl1pPr marL="108000" indent="0">
              <a:buFontTx/>
              <a:buNone/>
              <a:defRPr sz="1800" b="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1724850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Заголовок и нумерованный список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Текст 6"/>
          <p:cNvSpPr>
            <a:spLocks noGrp="1"/>
          </p:cNvSpPr>
          <p:nvPr>
            <p:ph type="body" sz="quarter" idx="13" hasCustomPrompt="1"/>
          </p:nvPr>
        </p:nvSpPr>
        <p:spPr>
          <a:xfrm>
            <a:off x="780415" y="1610694"/>
            <a:ext cx="7557992" cy="4391753"/>
          </a:xfrm>
        </p:spPr>
        <p:txBody>
          <a:bodyPr lIns="0" tIns="0" rIns="0" bIns="0" anchor="t" anchorCtr="0">
            <a:normAutofit/>
          </a:bodyPr>
          <a:lstStyle>
            <a:lvl1pPr marL="442913" indent="-352425">
              <a:buFont typeface="+mj-lt"/>
              <a:buAutoNum type="arabicPeriod"/>
              <a:defRPr sz="1800" b="0" baseline="0"/>
            </a:lvl1pPr>
          </a:lstStyle>
          <a:p>
            <a:pPr lvl="0"/>
            <a:r>
              <a:rPr lang="ru-RU" dirty="0"/>
              <a:t>Первый пункт</a:t>
            </a:r>
          </a:p>
          <a:p>
            <a:pPr lvl="0"/>
            <a:r>
              <a:rPr lang="ru-RU" dirty="0"/>
              <a:t>Второй пункт </a:t>
            </a:r>
          </a:p>
          <a:p>
            <a:pPr lvl="0"/>
            <a:r>
              <a:rPr lang="ru-RU" dirty="0"/>
              <a:t>Третий пункт </a:t>
            </a:r>
          </a:p>
          <a:p>
            <a:pPr lvl="0"/>
            <a:endParaRPr lang="ru-RU" dirty="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19A1E0D2-194D-4278-8880-D5A96E677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196" y="549275"/>
            <a:ext cx="7557993" cy="977069"/>
          </a:xfrm>
        </p:spPr>
        <p:txBody>
          <a:bodyPr anchor="t" anchorCtr="0"/>
          <a:lstStyle>
            <a:lvl1pPr>
              <a:defRPr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46631C9-7618-4916-B405-2E9B52A5AD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903675" y="5727700"/>
            <a:ext cx="4594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651642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Заголовок и маркированный список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Текст 6"/>
          <p:cNvSpPr>
            <a:spLocks noGrp="1"/>
          </p:cNvSpPr>
          <p:nvPr>
            <p:ph type="body" sz="quarter" idx="13" hasCustomPrompt="1"/>
          </p:nvPr>
        </p:nvSpPr>
        <p:spPr>
          <a:xfrm>
            <a:off x="780414" y="1620570"/>
            <a:ext cx="7557993" cy="4354717"/>
          </a:xfrm>
        </p:spPr>
        <p:txBody>
          <a:bodyPr lIns="0" tIns="0" rIns="0" bIns="0" anchor="t" anchorCtr="0">
            <a:normAutofit/>
          </a:bodyPr>
          <a:lstStyle>
            <a:lvl1pPr marL="0" indent="0">
              <a:buClr>
                <a:srgbClr val="FFCF66"/>
              </a:buClr>
              <a:buFont typeface="Arial" panose="020B0604020202020204" pitchFamily="34" charset="0"/>
              <a:buNone/>
              <a:tabLst>
                <a:tab pos="625475" algn="l"/>
              </a:tabLst>
              <a:defRPr sz="1800" b="0" baseline="0"/>
            </a:lvl1pPr>
            <a:lvl2pPr marL="741363" indent="-284163">
              <a:defRPr/>
            </a:lvl2pPr>
          </a:lstStyle>
          <a:p>
            <a:pPr marL="285750" indent="-285750">
              <a:buClr>
                <a:srgbClr val="FFCF66"/>
              </a:buClr>
              <a:buFont typeface="Arial" panose="020B0604020202020204" pitchFamily="34" charset="0"/>
              <a:buChar char="•"/>
            </a:pPr>
            <a:r>
              <a:rPr lang="ru-RU" dirty="0"/>
              <a:t>Первая позиция в списке</a:t>
            </a:r>
          </a:p>
          <a:p>
            <a:pPr marL="285750" indent="-285750">
              <a:buClr>
                <a:srgbClr val="FFCF66"/>
              </a:buClr>
              <a:buFont typeface="Arial" panose="020B0604020202020204" pitchFamily="34" charset="0"/>
              <a:buChar char="•"/>
            </a:pPr>
            <a:r>
              <a:rPr lang="ru-RU" dirty="0"/>
              <a:t>Вторая позиция в списке</a:t>
            </a:r>
          </a:p>
          <a:p>
            <a:pPr marL="285750" indent="-285750">
              <a:buClr>
                <a:srgbClr val="FFCF66"/>
              </a:buClr>
              <a:buFont typeface="Arial" panose="020B0604020202020204" pitchFamily="34" charset="0"/>
              <a:buChar char="•"/>
            </a:pPr>
            <a:r>
              <a:rPr lang="ru-RU" dirty="0"/>
              <a:t>Третья, но немаловажная позиция в списке</a:t>
            </a:r>
          </a:p>
          <a:p>
            <a:pPr marL="285750" indent="-285750">
              <a:buClr>
                <a:srgbClr val="FFCF66"/>
              </a:buClr>
              <a:buFont typeface="Arial" panose="020B0604020202020204" pitchFamily="34" charset="0"/>
              <a:buChar char="•"/>
            </a:pPr>
            <a:r>
              <a:rPr lang="ru-RU" dirty="0"/>
              <a:t>Четвертая позиция в списке</a:t>
            </a:r>
          </a:p>
          <a:p>
            <a:pPr marL="742932" lvl="1" indent="-285744">
              <a:buClr>
                <a:srgbClr val="FFCF66"/>
              </a:buClr>
              <a:buFont typeface="Verdana" panose="020B0604030504040204" pitchFamily="34" charset="0"/>
              <a:buChar char="‒"/>
            </a:pPr>
            <a:r>
              <a:rPr lang="ru-RU" sz="1400" b="0" dirty="0"/>
              <a:t> </a:t>
            </a:r>
            <a:r>
              <a:rPr lang="ru-RU" sz="1600" b="0" dirty="0"/>
              <a:t>Второй уровень списка</a:t>
            </a:r>
          </a:p>
          <a:p>
            <a:pPr marL="742932" lvl="1" indent="-285744">
              <a:buClr>
                <a:srgbClr val="FFCF66"/>
              </a:buClr>
              <a:buFont typeface="Verdana" panose="020B0604030504040204" pitchFamily="34" charset="0"/>
              <a:buChar char="‒"/>
            </a:pPr>
            <a:r>
              <a:rPr lang="ru-RU" sz="1600" b="0" dirty="0"/>
              <a:t> Ещё одна строчка</a:t>
            </a:r>
          </a:p>
          <a:p>
            <a:pPr marL="742932" lvl="1" indent="-285744">
              <a:buClr>
                <a:srgbClr val="FFCF66"/>
              </a:buClr>
              <a:buFont typeface="Verdana" panose="020B0604030504040204" pitchFamily="34" charset="0"/>
              <a:buChar char="‒"/>
            </a:pPr>
            <a:endParaRPr lang="ru-RU" sz="1600" b="0" dirty="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107F08D9-6A21-46D6-9305-150EF2FFB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196" y="549275"/>
            <a:ext cx="7557993" cy="977069"/>
          </a:xfrm>
        </p:spPr>
        <p:txBody>
          <a:bodyPr anchor="t" anchorCtr="0"/>
          <a:lstStyle>
            <a:lvl1pPr>
              <a:defRPr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8A8F1689-B448-45A0-AF50-79125095A7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903675" y="5727700"/>
            <a:ext cx="4594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35446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 справа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78033" y="851265"/>
            <a:ext cx="3658165" cy="4645025"/>
          </a:xfrm>
        </p:spPr>
        <p:txBody>
          <a:bodyPr anchor="ctr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2" name="Текст 2"/>
          <p:cNvSpPr>
            <a:spLocks noGrp="1"/>
          </p:cNvSpPr>
          <p:nvPr>
            <p:ph idx="1" hasCustomPrompt="1"/>
          </p:nvPr>
        </p:nvSpPr>
        <p:spPr>
          <a:xfrm>
            <a:off x="4671587" y="851263"/>
            <a:ext cx="3658165" cy="4633911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>
            <a:lvl1pPr>
              <a:defRPr sz="1800" b="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726E16E-EF2D-4D9F-9102-B2450F102D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903675" y="5727700"/>
            <a:ext cx="4594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829109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Разделитель_01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744201" y="1602463"/>
            <a:ext cx="7612148" cy="4028792"/>
          </a:xfrm>
        </p:spPr>
        <p:txBody>
          <a:bodyPr anchor="ctr" anchorCtr="0">
            <a:normAutofit/>
          </a:bodyPr>
          <a:lstStyle>
            <a:lvl1pPr>
              <a:defRPr sz="4800" baseline="0"/>
            </a:lvl1pPr>
          </a:lstStyle>
          <a:p>
            <a:r>
              <a:rPr lang="ru-RU" dirty="0"/>
              <a:t>Страница разделитель 01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E787A6AB-34C1-4BCD-BFE9-261570F966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903675" y="5727700"/>
            <a:ext cx="4594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913850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Разделитель_0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744200" y="4580060"/>
            <a:ext cx="7648361" cy="1512765"/>
          </a:xfrm>
        </p:spPr>
        <p:txBody>
          <a:bodyPr anchor="ctr" anchorCtr="0">
            <a:normAutofit/>
          </a:bodyPr>
          <a:lstStyle>
            <a:lvl1pPr algn="l">
              <a:defRPr sz="4800" baseline="0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Страница разделитель 02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8F48544-7557-401B-BC7B-899DAA22F1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903675" y="5727700"/>
            <a:ext cx="4594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810121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Заголовок и диаграмма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sz="quarter" idx="13" hasCustomPrompt="1"/>
          </p:nvPr>
        </p:nvSpPr>
        <p:spPr>
          <a:xfrm>
            <a:off x="6353728" y="1632267"/>
            <a:ext cx="1984679" cy="4162462"/>
          </a:xfrm>
        </p:spPr>
        <p:txBody>
          <a:bodyPr anchor="ctr" anchorCtr="0">
            <a:normAutofit/>
          </a:bodyPr>
          <a:lstStyle>
            <a:lvl1pPr>
              <a:defRPr sz="1400" b="0"/>
            </a:lvl1pPr>
            <a:lvl4pPr>
              <a:defRPr/>
            </a:lvl4pPr>
          </a:lstStyle>
          <a:p>
            <a:pPr lvl="0"/>
            <a:r>
              <a:rPr lang="ru-RU" dirty="0"/>
              <a:t>Описание диаграммы</a:t>
            </a:r>
          </a:p>
        </p:txBody>
      </p:sp>
      <p:sp>
        <p:nvSpPr>
          <p:cNvPr id="7" name="Диаграмма 6"/>
          <p:cNvSpPr>
            <a:spLocks noGrp="1"/>
          </p:cNvSpPr>
          <p:nvPr>
            <p:ph type="chart" sz="quarter" idx="14"/>
          </p:nvPr>
        </p:nvSpPr>
        <p:spPr>
          <a:xfrm>
            <a:off x="780415" y="1640808"/>
            <a:ext cx="5357812" cy="4162463"/>
          </a:xfrm>
        </p:spPr>
        <p:txBody>
          <a:bodyPr/>
          <a:lstStyle/>
          <a:p>
            <a:endParaRPr lang="ru-RU"/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4374A3AC-5322-42CD-94B2-AF558BECA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196" y="549275"/>
            <a:ext cx="7557993" cy="977069"/>
          </a:xfrm>
        </p:spPr>
        <p:txBody>
          <a:bodyPr anchor="t" anchorCtr="0"/>
          <a:lstStyle>
            <a:lvl1pPr>
              <a:defRPr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1ECAB4-89C6-46A2-BF92-7CB4ABBA93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903675" y="5727700"/>
            <a:ext cx="4594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987848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Заголовок и круговая диаграмма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Заголовок 1"/>
          <p:cNvSpPr>
            <a:spLocks noGrp="1"/>
          </p:cNvSpPr>
          <p:nvPr>
            <p:ph type="title"/>
          </p:nvPr>
        </p:nvSpPr>
        <p:spPr>
          <a:xfrm>
            <a:off x="4787893" y="965029"/>
            <a:ext cx="3509627" cy="1100137"/>
          </a:xfrm>
        </p:spPr>
        <p:txBody>
          <a:bodyPr anchor="ctr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7" name="Диаграмма 6"/>
          <p:cNvSpPr>
            <a:spLocks noGrp="1"/>
          </p:cNvSpPr>
          <p:nvPr>
            <p:ph type="chart" sz="quarter" idx="14"/>
          </p:nvPr>
        </p:nvSpPr>
        <p:spPr>
          <a:xfrm>
            <a:off x="803833" y="965029"/>
            <a:ext cx="3510928" cy="4545219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15" name="Текст 2"/>
          <p:cNvSpPr>
            <a:spLocks noGrp="1"/>
          </p:cNvSpPr>
          <p:nvPr>
            <p:ph idx="1" hasCustomPrompt="1"/>
          </p:nvPr>
        </p:nvSpPr>
        <p:spPr>
          <a:xfrm>
            <a:off x="4786592" y="2270160"/>
            <a:ext cx="3510928" cy="3240088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>
              <a:defRPr sz="1800" b="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4BF72CF6-B7A1-4EA6-84BA-84515EDF9F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903675" y="5727700"/>
            <a:ext cx="4594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310650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Два объекта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781447" y="1673804"/>
            <a:ext cx="3556961" cy="3862389"/>
          </a:xfrm>
        </p:spPr>
        <p:txBody>
          <a:bodyPr anchor="t" anchorCtr="0"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780415" y="1678874"/>
            <a:ext cx="3530604" cy="3862389"/>
          </a:xfrm>
        </p:spPr>
        <p:txBody>
          <a:bodyPr anchor="t" anchorCtr="0"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B331950C-DAE2-4288-9430-6175936A7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196" y="549275"/>
            <a:ext cx="7557993" cy="977069"/>
          </a:xfrm>
        </p:spPr>
        <p:txBody>
          <a:bodyPr anchor="t" anchorCtr="0"/>
          <a:lstStyle>
            <a:lvl1pPr>
              <a:defRPr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A6797F-4877-4B87-A023-A7390A64EE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903675" y="5727700"/>
            <a:ext cx="4594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077090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Рисунок с подписью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5106155" y="2682922"/>
            <a:ext cx="3232254" cy="839787"/>
          </a:xfrm>
        </p:spPr>
        <p:txBody>
          <a:bodyPr anchor="b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Описание, краткая информация</a:t>
            </a:r>
          </a:p>
        </p:txBody>
      </p:sp>
      <p:sp>
        <p:nvSpPr>
          <p:cNvPr id="9" name="Рисунок 8"/>
          <p:cNvSpPr>
            <a:spLocks noGrp="1"/>
          </p:cNvSpPr>
          <p:nvPr>
            <p:ph type="pic" sz="quarter" idx="13"/>
          </p:nvPr>
        </p:nvSpPr>
        <p:spPr>
          <a:xfrm>
            <a:off x="771362" y="1647731"/>
            <a:ext cx="4090349" cy="4291342"/>
          </a:xfrm>
        </p:spPr>
        <p:txBody>
          <a:bodyPr/>
          <a:lstStyle/>
          <a:p>
            <a:endParaRPr lang="ru-RU"/>
          </a:p>
        </p:txBody>
      </p:sp>
      <p:sp>
        <p:nvSpPr>
          <p:cNvPr id="10" name="Текст 3"/>
          <p:cNvSpPr>
            <a:spLocks noGrp="1"/>
          </p:cNvSpPr>
          <p:nvPr>
            <p:ph type="body" sz="half" idx="14" hasCustomPrompt="1"/>
          </p:nvPr>
        </p:nvSpPr>
        <p:spPr>
          <a:xfrm>
            <a:off x="5106155" y="1647731"/>
            <a:ext cx="3232254" cy="7159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2400" b="1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ru-RU" dirty="0"/>
              <a:t>Подпись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82B91676-345F-41E6-A3F7-D4045494D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196" y="549275"/>
            <a:ext cx="7557993" cy="977069"/>
          </a:xfrm>
        </p:spPr>
        <p:txBody>
          <a:bodyPr anchor="t" anchorCtr="0"/>
          <a:lstStyle>
            <a:lvl1pPr>
              <a:defRPr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66CD7C9-641D-4696-9C5C-3FEECEF579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903675" y="5727700"/>
            <a:ext cx="4594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306225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 Рисунка с подписью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780415" y="5076195"/>
            <a:ext cx="3565248" cy="877887"/>
          </a:xfrm>
        </p:spPr>
        <p:txBody>
          <a:bodyPr anchor="b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Описание, краткая информация</a:t>
            </a:r>
          </a:p>
        </p:txBody>
      </p:sp>
      <p:sp>
        <p:nvSpPr>
          <p:cNvPr id="9" name="Рисунок 8"/>
          <p:cNvSpPr>
            <a:spLocks noGrp="1"/>
          </p:cNvSpPr>
          <p:nvPr>
            <p:ph type="pic" sz="quarter" idx="13"/>
          </p:nvPr>
        </p:nvSpPr>
        <p:spPr>
          <a:xfrm>
            <a:off x="780415" y="1648895"/>
            <a:ext cx="3565248" cy="2792159"/>
          </a:xfrm>
        </p:spPr>
        <p:txBody>
          <a:bodyPr/>
          <a:lstStyle/>
          <a:p>
            <a:endParaRPr lang="ru-RU"/>
          </a:p>
        </p:txBody>
      </p:sp>
      <p:sp>
        <p:nvSpPr>
          <p:cNvPr id="10" name="Текст 3"/>
          <p:cNvSpPr>
            <a:spLocks noGrp="1"/>
          </p:cNvSpPr>
          <p:nvPr>
            <p:ph type="body" sz="half" idx="14" hasCustomPrompt="1"/>
          </p:nvPr>
        </p:nvSpPr>
        <p:spPr>
          <a:xfrm>
            <a:off x="780415" y="4563605"/>
            <a:ext cx="3565248" cy="428625"/>
          </a:xfrm>
        </p:spPr>
        <p:txBody>
          <a:bodyPr anchor="b" anchorCtr="0">
            <a:normAutofit/>
          </a:bodyPr>
          <a:lstStyle>
            <a:lvl1pPr marL="0" indent="0">
              <a:buNone/>
              <a:defRPr sz="2400" b="1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ru-RU" dirty="0"/>
              <a:t>Подпись</a:t>
            </a:r>
          </a:p>
        </p:txBody>
      </p:sp>
      <p:sp>
        <p:nvSpPr>
          <p:cNvPr id="14" name="Текст 3"/>
          <p:cNvSpPr>
            <a:spLocks noGrp="1"/>
          </p:cNvSpPr>
          <p:nvPr>
            <p:ph type="body" sz="half" idx="16"/>
          </p:nvPr>
        </p:nvSpPr>
        <p:spPr>
          <a:xfrm>
            <a:off x="4773160" y="5076195"/>
            <a:ext cx="3565248" cy="877887"/>
          </a:xfrm>
        </p:spPr>
        <p:txBody>
          <a:bodyPr anchor="b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Описание, краткая информация</a:t>
            </a:r>
          </a:p>
        </p:txBody>
      </p:sp>
      <p:sp>
        <p:nvSpPr>
          <p:cNvPr id="15" name="Рисунок 8"/>
          <p:cNvSpPr>
            <a:spLocks noGrp="1"/>
          </p:cNvSpPr>
          <p:nvPr>
            <p:ph type="pic" sz="quarter" idx="17"/>
          </p:nvPr>
        </p:nvSpPr>
        <p:spPr>
          <a:xfrm>
            <a:off x="4773160" y="1648895"/>
            <a:ext cx="3565248" cy="2792159"/>
          </a:xfrm>
        </p:spPr>
        <p:txBody>
          <a:bodyPr/>
          <a:lstStyle/>
          <a:p>
            <a:endParaRPr lang="ru-RU"/>
          </a:p>
        </p:txBody>
      </p:sp>
      <p:sp>
        <p:nvSpPr>
          <p:cNvPr id="16" name="Текст 3"/>
          <p:cNvSpPr>
            <a:spLocks noGrp="1"/>
          </p:cNvSpPr>
          <p:nvPr>
            <p:ph type="body" sz="half" idx="18" hasCustomPrompt="1"/>
          </p:nvPr>
        </p:nvSpPr>
        <p:spPr>
          <a:xfrm>
            <a:off x="4773160" y="4563605"/>
            <a:ext cx="3565248" cy="428625"/>
          </a:xfrm>
        </p:spPr>
        <p:txBody>
          <a:bodyPr anchor="b" anchorCtr="0">
            <a:normAutofit/>
          </a:bodyPr>
          <a:lstStyle>
            <a:lvl1pPr marL="0" indent="0">
              <a:buNone/>
              <a:defRPr sz="2400" b="1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ru-RU" dirty="0"/>
              <a:t>Подпись</a:t>
            </a:r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6C17D14D-1A4B-42AC-891F-7D4F9F57E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196" y="549275"/>
            <a:ext cx="7557993" cy="977069"/>
          </a:xfrm>
        </p:spPr>
        <p:txBody>
          <a:bodyPr anchor="t" anchorCtr="0"/>
          <a:lstStyle>
            <a:lvl1pPr>
              <a:defRPr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1245445-A03C-429B-8D84-6FD69D74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903675" y="5727700"/>
            <a:ext cx="4594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7628385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бъект с подписью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Текст 3"/>
          <p:cNvSpPr>
            <a:spLocks noGrp="1"/>
          </p:cNvSpPr>
          <p:nvPr>
            <p:ph type="body" sz="half" idx="2"/>
          </p:nvPr>
        </p:nvSpPr>
        <p:spPr>
          <a:xfrm>
            <a:off x="5006567" y="2710488"/>
            <a:ext cx="3331842" cy="887412"/>
          </a:xfrm>
        </p:spPr>
        <p:txBody>
          <a:bodyPr anchor="b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Описание, краткая информация</a:t>
            </a:r>
          </a:p>
        </p:txBody>
      </p:sp>
      <p:sp>
        <p:nvSpPr>
          <p:cNvPr id="15" name="Текст 3"/>
          <p:cNvSpPr>
            <a:spLocks noGrp="1"/>
          </p:cNvSpPr>
          <p:nvPr>
            <p:ph type="body" sz="half" idx="14" hasCustomPrompt="1"/>
          </p:nvPr>
        </p:nvSpPr>
        <p:spPr>
          <a:xfrm>
            <a:off x="5006567" y="1698134"/>
            <a:ext cx="3331842" cy="7159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2400" b="1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ru-RU" dirty="0"/>
              <a:t>Подпись</a:t>
            </a:r>
          </a:p>
        </p:txBody>
      </p:sp>
      <p:sp>
        <p:nvSpPr>
          <p:cNvPr id="18" name="Объект 3"/>
          <p:cNvSpPr>
            <a:spLocks noGrp="1"/>
          </p:cNvSpPr>
          <p:nvPr>
            <p:ph sz="half" idx="16"/>
          </p:nvPr>
        </p:nvSpPr>
        <p:spPr>
          <a:xfrm>
            <a:off x="755650" y="1698135"/>
            <a:ext cx="3791585" cy="4195672"/>
          </a:xfrm>
        </p:spPr>
        <p:txBody>
          <a:bodyPr anchor="t" anchorCtr="0"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0D524A3A-2A40-4B0F-9DAE-CF81506110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196" y="549275"/>
            <a:ext cx="7557993" cy="977069"/>
          </a:xfrm>
        </p:spPr>
        <p:txBody>
          <a:bodyPr anchor="t" anchorCtr="0"/>
          <a:lstStyle>
            <a:lvl1pPr>
              <a:defRPr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C83A67C-F0DA-4090-8235-1437782DE9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903675" y="5727700"/>
            <a:ext cx="4594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779696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Объект с подписью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Текст 3"/>
          <p:cNvSpPr>
            <a:spLocks noGrp="1"/>
          </p:cNvSpPr>
          <p:nvPr>
            <p:ph type="body" sz="half" idx="2"/>
          </p:nvPr>
        </p:nvSpPr>
        <p:spPr>
          <a:xfrm>
            <a:off x="782795" y="5026276"/>
            <a:ext cx="3589727" cy="868362"/>
          </a:xfrm>
        </p:spPr>
        <p:txBody>
          <a:bodyPr anchor="b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Описание, краткая информация</a:t>
            </a:r>
          </a:p>
        </p:txBody>
      </p:sp>
      <p:sp>
        <p:nvSpPr>
          <p:cNvPr id="15" name="Текст 3"/>
          <p:cNvSpPr>
            <a:spLocks noGrp="1"/>
          </p:cNvSpPr>
          <p:nvPr>
            <p:ph type="body" sz="half" idx="14" hasCustomPrompt="1"/>
          </p:nvPr>
        </p:nvSpPr>
        <p:spPr>
          <a:xfrm>
            <a:off x="782795" y="4496051"/>
            <a:ext cx="3589727" cy="452435"/>
          </a:xfrm>
        </p:spPr>
        <p:txBody>
          <a:bodyPr anchor="b" anchorCtr="0">
            <a:normAutofit/>
          </a:bodyPr>
          <a:lstStyle>
            <a:lvl1pPr marL="0" indent="0">
              <a:buNone/>
              <a:defRPr sz="2400" b="1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ru-RU" dirty="0"/>
              <a:t>Подпись</a:t>
            </a:r>
          </a:p>
        </p:txBody>
      </p:sp>
      <p:sp>
        <p:nvSpPr>
          <p:cNvPr id="18" name="Объект 3"/>
          <p:cNvSpPr>
            <a:spLocks noGrp="1"/>
          </p:cNvSpPr>
          <p:nvPr>
            <p:ph sz="half" idx="16"/>
          </p:nvPr>
        </p:nvSpPr>
        <p:spPr>
          <a:xfrm>
            <a:off x="780415" y="1657823"/>
            <a:ext cx="3592409" cy="2706749"/>
          </a:xfrm>
        </p:spPr>
        <p:txBody>
          <a:bodyPr anchor="t" anchorCtr="0"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10" name="Текст 3"/>
          <p:cNvSpPr>
            <a:spLocks noGrp="1"/>
          </p:cNvSpPr>
          <p:nvPr>
            <p:ph type="body" sz="half" idx="17"/>
          </p:nvPr>
        </p:nvSpPr>
        <p:spPr>
          <a:xfrm>
            <a:off x="4748382" y="5026276"/>
            <a:ext cx="3589727" cy="868362"/>
          </a:xfrm>
        </p:spPr>
        <p:txBody>
          <a:bodyPr anchor="b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Описание, краткая информация</a:t>
            </a:r>
          </a:p>
        </p:txBody>
      </p:sp>
      <p:sp>
        <p:nvSpPr>
          <p:cNvPr id="16" name="Текст 3"/>
          <p:cNvSpPr>
            <a:spLocks noGrp="1"/>
          </p:cNvSpPr>
          <p:nvPr>
            <p:ph type="body" sz="half" idx="18" hasCustomPrompt="1"/>
          </p:nvPr>
        </p:nvSpPr>
        <p:spPr>
          <a:xfrm>
            <a:off x="4748382" y="4496051"/>
            <a:ext cx="3589727" cy="452435"/>
          </a:xfrm>
        </p:spPr>
        <p:txBody>
          <a:bodyPr anchor="b" anchorCtr="0">
            <a:normAutofit/>
          </a:bodyPr>
          <a:lstStyle>
            <a:lvl1pPr marL="0" indent="0">
              <a:buNone/>
              <a:defRPr sz="2400" b="1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ru-RU" dirty="0"/>
              <a:t>Подпись</a:t>
            </a:r>
          </a:p>
        </p:txBody>
      </p:sp>
      <p:sp>
        <p:nvSpPr>
          <p:cNvPr id="17" name="Объект 3"/>
          <p:cNvSpPr>
            <a:spLocks noGrp="1"/>
          </p:cNvSpPr>
          <p:nvPr>
            <p:ph sz="half" idx="19"/>
          </p:nvPr>
        </p:nvSpPr>
        <p:spPr>
          <a:xfrm>
            <a:off x="4746000" y="1657823"/>
            <a:ext cx="3592408" cy="2706749"/>
          </a:xfrm>
        </p:spPr>
        <p:txBody>
          <a:bodyPr anchor="t" anchorCtr="0"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22EC2F73-DED7-41B4-9AB3-EFDA61757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196" y="549275"/>
            <a:ext cx="7557993" cy="977069"/>
          </a:xfrm>
        </p:spPr>
        <p:txBody>
          <a:bodyPr anchor="t" anchorCtr="0"/>
          <a:lstStyle>
            <a:lvl1pPr>
              <a:defRPr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733608E-19C3-4281-8956-2E1806FF7A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903675" y="5727700"/>
            <a:ext cx="4594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7312287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F4DA2206-82BB-44F9-BC6B-B9E92491CC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903675" y="5727700"/>
            <a:ext cx="4594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7653211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оследний слайд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617451" y="3429000"/>
            <a:ext cx="4563666" cy="1133788"/>
          </a:xfrm>
        </p:spPr>
        <p:txBody>
          <a:bodyPr lIns="0" tIns="0" rIns="0" bIns="0">
            <a:normAutofit/>
          </a:bodyPr>
          <a:lstStyle>
            <a:lvl1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 baseline="0">
                <a:solidFill>
                  <a:schemeClr val="tx1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ru-RU" dirty="0"/>
              <a:t>Имя Фамилия докладчика</a:t>
            </a:r>
          </a:p>
          <a:p>
            <a:r>
              <a:rPr lang="ru-RU" sz="2400" dirty="0"/>
              <a:t>Должность / Служба</a:t>
            </a:r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0" hasCustomPrompt="1"/>
          </p:nvPr>
        </p:nvSpPr>
        <p:spPr>
          <a:xfrm>
            <a:off x="617453" y="4588768"/>
            <a:ext cx="2827735" cy="628650"/>
          </a:xfrm>
        </p:spPr>
        <p:txBody>
          <a:bodyPr>
            <a:normAutofit/>
          </a:bodyPr>
          <a:lstStyle>
            <a:lvl1pPr>
              <a:defRPr sz="1800" b="0" baseline="0"/>
            </a:lvl1pPr>
          </a:lstStyle>
          <a:p>
            <a:pPr lvl="0"/>
            <a:r>
              <a:rPr lang="ru-RU" dirty="0"/>
              <a:t>Телефон / эл. почта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7EB0F0AA-CF57-423A-9DC9-3D98BCA9632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30794" y="1452078"/>
            <a:ext cx="6498087" cy="2082467"/>
          </a:xfrm>
        </p:spPr>
        <p:txBody>
          <a:bodyPr anchor="ctr" anchorCtr="0">
            <a:normAutofit/>
          </a:bodyPr>
          <a:lstStyle>
            <a:lvl1pPr algn="l">
              <a:lnSpc>
                <a:spcPct val="100000"/>
              </a:lnSpc>
              <a:defRPr sz="4400"/>
            </a:lvl1pPr>
          </a:lstStyle>
          <a:p>
            <a:pPr>
              <a:lnSpc>
                <a:spcPct val="90000"/>
              </a:lnSpc>
            </a:pPr>
            <a:r>
              <a:rPr lang="ru-RU" sz="4400" b="1" dirty="0">
                <a:latin typeface="Verdana" panose="020B0604030504040204" pitchFamily="34" charset="0"/>
                <a:ea typeface="Verdana" panose="020B0604030504040204" pitchFamily="34" charset="0"/>
              </a:rPr>
              <a:t>Благодарю</a:t>
            </a:r>
            <a:br>
              <a:rPr lang="ru-RU" sz="4400" b="1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sz="4400" b="1" dirty="0">
                <a:latin typeface="Verdana" panose="020B0604030504040204" pitchFamily="34" charset="0"/>
                <a:ea typeface="Verdana" panose="020B0604030504040204" pitchFamily="34" charset="0"/>
              </a:rPr>
              <a:t>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2162553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5650" y="546931"/>
            <a:ext cx="3592972" cy="50662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78745" y="546931"/>
            <a:ext cx="3584427" cy="50662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03675" y="5727700"/>
            <a:ext cx="4594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16350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18" r:id="rId3"/>
    <p:sldLayoutId id="2147483701" r:id="rId4"/>
    <p:sldLayoutId id="2147483702" r:id="rId5"/>
    <p:sldLayoutId id="2147483719" r:id="rId6"/>
    <p:sldLayoutId id="2147483720" r:id="rId7"/>
    <p:sldLayoutId id="2147483704" r:id="rId8"/>
    <p:sldLayoutId id="2147483705" r:id="rId9"/>
    <p:sldLayoutId id="2147483713" r:id="rId10"/>
    <p:sldLayoutId id="2147483703" r:id="rId11"/>
    <p:sldLayoutId id="2147483706" r:id="rId12"/>
    <p:sldLayoutId id="2147483710" r:id="rId13"/>
    <p:sldLayoutId id="2147483709" r:id="rId14"/>
    <p:sldLayoutId id="2147483652" r:id="rId15"/>
    <p:sldLayoutId id="2147483707" r:id="rId16"/>
    <p:sldLayoutId id="2147483708" r:id="rId17"/>
    <p:sldLayoutId id="2147483673" r:id="rId18"/>
    <p:sldLayoutId id="2147483715" r:id="rId19"/>
    <p:sldLayoutId id="2147483696" r:id="rId20"/>
    <p:sldLayoutId id="2147483711" r:id="rId2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400" b="1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b="1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46" userDrawn="1">
          <p15:clr>
            <a:srgbClr val="F26B43"/>
          </p15:clr>
        </p15:guide>
        <p15:guide id="2" pos="5261" userDrawn="1">
          <p15:clr>
            <a:srgbClr val="F26B43"/>
          </p15:clr>
        </p15:guide>
        <p15:guide id="17" pos="476" userDrawn="1">
          <p15:clr>
            <a:srgbClr val="F26B43"/>
          </p15:clr>
        </p15:guide>
        <p15:guide id="20" orient="horz" pos="383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4.png"/><Relationship Id="rId18" Type="http://schemas.openxmlformats.org/officeDocument/2006/relationships/image" Target="../media/image29.png"/><Relationship Id="rId26" Type="http://schemas.openxmlformats.org/officeDocument/2006/relationships/image" Target="../media/image37.png"/><Relationship Id="rId39" Type="http://schemas.openxmlformats.org/officeDocument/2006/relationships/image" Target="../media/image50.png"/><Relationship Id="rId21" Type="http://schemas.openxmlformats.org/officeDocument/2006/relationships/image" Target="../media/image32.png"/><Relationship Id="rId34" Type="http://schemas.openxmlformats.org/officeDocument/2006/relationships/image" Target="../media/image45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6" Type="http://schemas.openxmlformats.org/officeDocument/2006/relationships/image" Target="../media/image27.png"/><Relationship Id="rId20" Type="http://schemas.openxmlformats.org/officeDocument/2006/relationships/image" Target="../media/image31.png"/><Relationship Id="rId29" Type="http://schemas.openxmlformats.org/officeDocument/2006/relationships/image" Target="../media/image40.png"/><Relationship Id="rId41" Type="http://schemas.openxmlformats.org/officeDocument/2006/relationships/image" Target="../media/image52.png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24" Type="http://schemas.openxmlformats.org/officeDocument/2006/relationships/image" Target="../media/image35.png"/><Relationship Id="rId32" Type="http://schemas.openxmlformats.org/officeDocument/2006/relationships/image" Target="../media/image43.png"/><Relationship Id="rId37" Type="http://schemas.openxmlformats.org/officeDocument/2006/relationships/image" Target="../media/image48.png"/><Relationship Id="rId40" Type="http://schemas.openxmlformats.org/officeDocument/2006/relationships/image" Target="../media/image51.png"/><Relationship Id="rId5" Type="http://schemas.openxmlformats.org/officeDocument/2006/relationships/image" Target="../media/image16.png"/><Relationship Id="rId15" Type="http://schemas.openxmlformats.org/officeDocument/2006/relationships/image" Target="../media/image26.png"/><Relationship Id="rId23" Type="http://schemas.openxmlformats.org/officeDocument/2006/relationships/image" Target="../media/image34.png"/><Relationship Id="rId28" Type="http://schemas.openxmlformats.org/officeDocument/2006/relationships/image" Target="../media/image39.png"/><Relationship Id="rId36" Type="http://schemas.openxmlformats.org/officeDocument/2006/relationships/image" Target="../media/image47.png"/><Relationship Id="rId10" Type="http://schemas.openxmlformats.org/officeDocument/2006/relationships/image" Target="../media/image21.png"/><Relationship Id="rId19" Type="http://schemas.openxmlformats.org/officeDocument/2006/relationships/image" Target="../media/image30.png"/><Relationship Id="rId31" Type="http://schemas.openxmlformats.org/officeDocument/2006/relationships/image" Target="../media/image42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image" Target="../media/image25.png"/><Relationship Id="rId22" Type="http://schemas.openxmlformats.org/officeDocument/2006/relationships/image" Target="../media/image33.png"/><Relationship Id="rId27" Type="http://schemas.openxmlformats.org/officeDocument/2006/relationships/image" Target="../media/image38.png"/><Relationship Id="rId30" Type="http://schemas.openxmlformats.org/officeDocument/2006/relationships/image" Target="../media/image41.png"/><Relationship Id="rId35" Type="http://schemas.openxmlformats.org/officeDocument/2006/relationships/image" Target="../media/image46.png"/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12" Type="http://schemas.openxmlformats.org/officeDocument/2006/relationships/image" Target="../media/image23.png"/><Relationship Id="rId17" Type="http://schemas.openxmlformats.org/officeDocument/2006/relationships/image" Target="../media/image28.png"/><Relationship Id="rId25" Type="http://schemas.openxmlformats.org/officeDocument/2006/relationships/image" Target="../media/image36.png"/><Relationship Id="rId33" Type="http://schemas.openxmlformats.org/officeDocument/2006/relationships/image" Target="../media/image44.png"/><Relationship Id="rId38" Type="http://schemas.openxmlformats.org/officeDocument/2006/relationships/image" Target="../media/image49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13" Type="http://schemas.openxmlformats.org/officeDocument/2006/relationships/image" Target="../media/image64.png"/><Relationship Id="rId18" Type="http://schemas.openxmlformats.org/officeDocument/2006/relationships/image" Target="../media/image69.png"/><Relationship Id="rId26" Type="http://schemas.openxmlformats.org/officeDocument/2006/relationships/image" Target="../media/image77.png"/><Relationship Id="rId3" Type="http://schemas.openxmlformats.org/officeDocument/2006/relationships/image" Target="../media/image54.png"/><Relationship Id="rId21" Type="http://schemas.openxmlformats.org/officeDocument/2006/relationships/image" Target="../media/image72.png"/><Relationship Id="rId7" Type="http://schemas.openxmlformats.org/officeDocument/2006/relationships/image" Target="../media/image58.png"/><Relationship Id="rId12" Type="http://schemas.openxmlformats.org/officeDocument/2006/relationships/image" Target="../media/image63.png"/><Relationship Id="rId17" Type="http://schemas.openxmlformats.org/officeDocument/2006/relationships/image" Target="../media/image68.png"/><Relationship Id="rId25" Type="http://schemas.openxmlformats.org/officeDocument/2006/relationships/image" Target="../media/image76.png"/><Relationship Id="rId2" Type="http://schemas.openxmlformats.org/officeDocument/2006/relationships/image" Target="../media/image53.png"/><Relationship Id="rId16" Type="http://schemas.openxmlformats.org/officeDocument/2006/relationships/image" Target="../media/image67.png"/><Relationship Id="rId20" Type="http://schemas.openxmlformats.org/officeDocument/2006/relationships/image" Target="../media/image71.png"/><Relationship Id="rId29" Type="http://schemas.openxmlformats.org/officeDocument/2006/relationships/image" Target="../media/image80.png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57.png"/><Relationship Id="rId11" Type="http://schemas.openxmlformats.org/officeDocument/2006/relationships/image" Target="../media/image62.png"/><Relationship Id="rId24" Type="http://schemas.openxmlformats.org/officeDocument/2006/relationships/image" Target="../media/image75.png"/><Relationship Id="rId5" Type="http://schemas.openxmlformats.org/officeDocument/2006/relationships/image" Target="../media/image56.png"/><Relationship Id="rId15" Type="http://schemas.openxmlformats.org/officeDocument/2006/relationships/image" Target="../media/image66.png"/><Relationship Id="rId23" Type="http://schemas.openxmlformats.org/officeDocument/2006/relationships/image" Target="../media/image74.png"/><Relationship Id="rId28" Type="http://schemas.openxmlformats.org/officeDocument/2006/relationships/image" Target="../media/image79.png"/><Relationship Id="rId10" Type="http://schemas.openxmlformats.org/officeDocument/2006/relationships/image" Target="../media/image61.png"/><Relationship Id="rId19" Type="http://schemas.openxmlformats.org/officeDocument/2006/relationships/image" Target="../media/image70.png"/><Relationship Id="rId4" Type="http://schemas.openxmlformats.org/officeDocument/2006/relationships/image" Target="../media/image55.png"/><Relationship Id="rId9" Type="http://schemas.openxmlformats.org/officeDocument/2006/relationships/image" Target="../media/image60.png"/><Relationship Id="rId14" Type="http://schemas.openxmlformats.org/officeDocument/2006/relationships/image" Target="../media/image65.png"/><Relationship Id="rId22" Type="http://schemas.openxmlformats.org/officeDocument/2006/relationships/image" Target="../media/image73.png"/><Relationship Id="rId27" Type="http://schemas.openxmlformats.org/officeDocument/2006/relationships/image" Target="../media/image78.png"/><Relationship Id="rId30" Type="http://schemas.openxmlformats.org/officeDocument/2006/relationships/image" Target="../media/image8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0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747263" y="996120"/>
            <a:ext cx="6498087" cy="3114405"/>
          </a:xfrm>
        </p:spPr>
        <p:txBody>
          <a:bodyPr>
            <a:normAutofit/>
          </a:bodyPr>
          <a:lstStyle/>
          <a:p>
            <a:r>
              <a:rPr lang="ru-RU" dirty="0"/>
              <a:t>Пример титульного листа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747264" y="4110522"/>
            <a:ext cx="3780234" cy="747982"/>
          </a:xfrm>
        </p:spPr>
        <p:txBody>
          <a:bodyPr/>
          <a:lstStyle/>
          <a:p>
            <a:r>
              <a:rPr lang="ru-RU" dirty="0"/>
              <a:t>Иван Иванов </a:t>
            </a:r>
          </a:p>
          <a:p>
            <a:r>
              <a:rPr lang="ru-RU" dirty="0"/>
              <a:t>Автор презентации</a:t>
            </a:r>
          </a:p>
        </p:txBody>
      </p:sp>
    </p:spTree>
    <p:extLst>
      <p:ext uri="{BB962C8B-B14F-4D97-AF65-F5344CB8AC3E}">
        <p14:creationId xmlns:p14="http://schemas.microsoft.com/office/powerpoint/2010/main" val="29949321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>
          <a:xfrm>
            <a:off x="755650" y="549275"/>
            <a:ext cx="7557993" cy="977069"/>
          </a:xfrm>
        </p:spPr>
        <p:txBody>
          <a:bodyPr>
            <a:normAutofit/>
          </a:bodyPr>
          <a:lstStyle/>
          <a:p>
            <a:r>
              <a:rPr lang="ru-RU" dirty="0"/>
              <a:t>Типовой лист</a:t>
            </a:r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13"/>
          </p:nvPr>
        </p:nvSpPr>
        <p:spPr>
          <a:xfrm>
            <a:off x="773333" y="1616878"/>
            <a:ext cx="7555856" cy="4300396"/>
          </a:xfrm>
        </p:spPr>
        <p:txBody>
          <a:bodyPr/>
          <a:lstStyle/>
          <a:p>
            <a:r>
              <a:rPr lang="ru-RU" dirty="0"/>
              <a:t>Все остальные страницы с контентом строятся на основе такого типового листа.</a:t>
            </a:r>
          </a:p>
        </p:txBody>
      </p:sp>
    </p:spTree>
    <p:extLst>
      <p:ext uri="{BB962C8B-B14F-4D97-AF65-F5344CB8AC3E}">
        <p14:creationId xmlns:p14="http://schemas.microsoft.com/office/powerpoint/2010/main" val="9828780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3">
            <a:extLst>
              <a:ext uri="{FF2B5EF4-FFF2-40B4-BE49-F238E27FC236}">
                <a16:creationId xmlns:a16="http://schemas.microsoft.com/office/drawing/2014/main" id="{8948DA04-7A95-4C66-9BA1-C491DEE40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524" y="549275"/>
            <a:ext cx="7600951" cy="5461000"/>
          </a:xfrm>
          <a:solidFill>
            <a:srgbClr val="D64A4A">
              <a:alpha val="25000"/>
            </a:srgbClr>
          </a:solidFill>
        </p:spPr>
        <p:txBody>
          <a:bodyPr vert="horz" lIns="720000" tIns="0" rIns="720000" bIns="0" rtlCol="0" anchor="ctr" anchorCtr="0">
            <a:normAutofit/>
          </a:bodyPr>
          <a:lstStyle/>
          <a:p>
            <a:r>
              <a:rPr lang="ru-RU" dirty="0"/>
              <a:t>Рабочая область</a:t>
            </a:r>
            <a:br>
              <a:rPr lang="en-US" dirty="0"/>
            </a:br>
            <a:br>
              <a:rPr lang="ru-RU" dirty="0"/>
            </a:br>
            <a:r>
              <a:rPr lang="ru-RU" sz="1800" b="0" dirty="0"/>
              <a:t>Весь контент должен заключаться в этой области экрана. Такое зонирование позволит разместить текст и другую информацию </a:t>
            </a:r>
            <a:br>
              <a:rPr lang="ru-RU" sz="1800" b="0" dirty="0"/>
            </a:br>
            <a:r>
              <a:rPr lang="ru-RU" sz="1800" b="0" dirty="0"/>
              <a:t>в максимально комфортном для восприятия месте.</a:t>
            </a:r>
            <a:br>
              <a:rPr lang="ru-RU" sz="1800" b="0" dirty="0"/>
            </a:br>
            <a:r>
              <a:rPr lang="ru-RU" sz="1800" b="0" dirty="0"/>
              <a:t>Так же в макете имеются направляющие, по которым можно выравнивать расположение объектов. Их применение рекомендовано, но необязательно.</a:t>
            </a:r>
          </a:p>
        </p:txBody>
      </p:sp>
    </p:spTree>
    <p:extLst>
      <p:ext uri="{BB962C8B-B14F-4D97-AF65-F5344CB8AC3E}">
        <p14:creationId xmlns:p14="http://schemas.microsoft.com/office/powerpoint/2010/main" val="22788338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Слайды </a:t>
            </a:r>
            <a:br>
              <a:rPr lang="ru-RU" dirty="0"/>
            </a:br>
            <a:r>
              <a:rPr lang="ru-RU" dirty="0"/>
              <a:t>с текстом</a:t>
            </a:r>
          </a:p>
        </p:txBody>
      </p:sp>
    </p:spTree>
    <p:extLst>
      <p:ext uri="{BB962C8B-B14F-4D97-AF65-F5344CB8AC3E}">
        <p14:creationId xmlns:p14="http://schemas.microsoft.com/office/powerpoint/2010/main" val="29255733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dirty="0"/>
              <a:t>Иерархия заголовков</a:t>
            </a:r>
          </a:p>
        </p:txBody>
      </p:sp>
      <p:sp>
        <p:nvSpPr>
          <p:cNvPr id="7" name="Текст 11"/>
          <p:cNvSpPr txBox="1">
            <a:spLocks/>
          </p:cNvSpPr>
          <p:nvPr/>
        </p:nvSpPr>
        <p:spPr>
          <a:xfrm>
            <a:off x="2495797" y="1479437"/>
            <a:ext cx="6991104" cy="649432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Н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1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 Заглавие раздела</a:t>
            </a:r>
          </a:p>
        </p:txBody>
      </p:sp>
      <p:sp>
        <p:nvSpPr>
          <p:cNvPr id="8" name="Текст 11"/>
          <p:cNvSpPr txBox="1">
            <a:spLocks/>
          </p:cNvSpPr>
          <p:nvPr/>
        </p:nvSpPr>
        <p:spPr>
          <a:xfrm>
            <a:off x="2495796" y="3059031"/>
            <a:ext cx="7521575" cy="500836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Н2 Заголовок слайда</a:t>
            </a:r>
          </a:p>
        </p:txBody>
      </p:sp>
      <p:sp>
        <p:nvSpPr>
          <p:cNvPr id="9" name="Текст 11"/>
          <p:cNvSpPr txBox="1">
            <a:spLocks/>
          </p:cNvSpPr>
          <p:nvPr/>
        </p:nvSpPr>
        <p:spPr>
          <a:xfrm>
            <a:off x="2495796" y="3740637"/>
            <a:ext cx="5817847" cy="321851"/>
          </a:xfrm>
          <a:prstGeom prst="rect">
            <a:avLst/>
          </a:prstGeom>
        </p:spPr>
        <p:txBody>
          <a:bodyPr lIns="0" tIns="0" rIns="0" bIns="0" anchor="t" anchorCtr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Н3 Заголовок для текста</a:t>
            </a:r>
          </a:p>
        </p:txBody>
      </p:sp>
      <p:sp>
        <p:nvSpPr>
          <p:cNvPr id="10" name="Текст 11"/>
          <p:cNvSpPr txBox="1">
            <a:spLocks/>
          </p:cNvSpPr>
          <p:nvPr/>
        </p:nvSpPr>
        <p:spPr>
          <a:xfrm>
            <a:off x="2495796" y="4262391"/>
            <a:ext cx="5856041" cy="253420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Н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4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 Заголовок для текста</a:t>
            </a:r>
          </a:p>
        </p:txBody>
      </p:sp>
      <p:sp>
        <p:nvSpPr>
          <p:cNvPr id="11" name="Текст 11"/>
          <p:cNvSpPr txBox="1">
            <a:spLocks/>
          </p:cNvSpPr>
          <p:nvPr/>
        </p:nvSpPr>
        <p:spPr>
          <a:xfrm>
            <a:off x="2495796" y="4805360"/>
            <a:ext cx="7521575" cy="204136"/>
          </a:xfrm>
          <a:prstGeom prst="rect">
            <a:avLst/>
          </a:prstGeom>
        </p:spPr>
        <p:txBody>
          <a:bodyPr lIns="0" tIns="0" rIns="0" bIns="0" anchor="t" anchorCtr="0">
            <a:normAutofit fontScale="925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В1 Текст размером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18pt</a:t>
            </a:r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2" name="Текст 11"/>
          <p:cNvSpPr txBox="1">
            <a:spLocks/>
          </p:cNvSpPr>
          <p:nvPr/>
        </p:nvSpPr>
        <p:spPr>
          <a:xfrm>
            <a:off x="2495796" y="5330533"/>
            <a:ext cx="7521575" cy="186259"/>
          </a:xfrm>
          <a:prstGeom prst="rect">
            <a:avLst/>
          </a:prstGeom>
        </p:spPr>
        <p:txBody>
          <a:bodyPr lIns="0" tIns="0" rIns="0" bIns="0" anchor="t" anchorCtr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В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2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 Текст размером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14pt</a:t>
            </a:r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3" name="Объект 4"/>
          <p:cNvSpPr txBox="1">
            <a:spLocks/>
          </p:cNvSpPr>
          <p:nvPr/>
        </p:nvSpPr>
        <p:spPr>
          <a:xfrm>
            <a:off x="323128" y="1548009"/>
            <a:ext cx="1786660" cy="65557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</a:pPr>
            <a:r>
              <a:rPr lang="ru-RU" sz="1050" b="0" dirty="0">
                <a:latin typeface="Verdana" panose="020B0604030504040204" pitchFamily="34" charset="0"/>
                <a:ea typeface="Verdana" panose="020B0604030504040204" pitchFamily="34" charset="0"/>
              </a:rPr>
              <a:t>48pt, </a:t>
            </a:r>
            <a:r>
              <a:rPr lang="ru-RU" sz="1050" b="0" dirty="0" err="1">
                <a:latin typeface="Verdana" panose="020B0604030504040204" pitchFamily="34" charset="0"/>
                <a:ea typeface="Verdana" panose="020B0604030504040204" pitchFamily="34" charset="0"/>
              </a:rPr>
              <a:t>Verdana</a:t>
            </a:r>
            <a:r>
              <a:rPr lang="ru-RU" sz="1050" b="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050" b="0" dirty="0" err="1">
                <a:latin typeface="Verdana" panose="020B0604030504040204" pitchFamily="34" charset="0"/>
                <a:ea typeface="Verdana" panose="020B0604030504040204" pitchFamily="34" charset="0"/>
              </a:rPr>
              <a:t>Bold</a:t>
            </a:r>
            <a:endParaRPr lang="ru-RU" sz="1050" b="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r">
              <a:spcBef>
                <a:spcPts val="0"/>
              </a:spcBef>
            </a:pPr>
            <a:r>
              <a:rPr lang="ru-RU" sz="1050" b="0" dirty="0">
                <a:latin typeface="Verdana" panose="020B0604030504040204" pitchFamily="34" charset="0"/>
                <a:ea typeface="Verdana" panose="020B0604030504040204" pitchFamily="34" charset="0"/>
              </a:rPr>
              <a:t>Заголовок раздела,</a:t>
            </a:r>
            <a:r>
              <a:rPr lang="en-US" sz="1050" b="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050" b="0" dirty="0">
                <a:latin typeface="Verdana" panose="020B0604030504040204" pitchFamily="34" charset="0"/>
                <a:ea typeface="Verdana" panose="020B0604030504040204" pitchFamily="34" charset="0"/>
              </a:rPr>
              <a:t>разделительная странице</a:t>
            </a:r>
          </a:p>
        </p:txBody>
      </p:sp>
      <p:sp>
        <p:nvSpPr>
          <p:cNvPr id="14" name="Объект 4"/>
          <p:cNvSpPr txBox="1">
            <a:spLocks/>
          </p:cNvSpPr>
          <p:nvPr/>
        </p:nvSpPr>
        <p:spPr>
          <a:xfrm>
            <a:off x="323128" y="3168467"/>
            <a:ext cx="1786660" cy="29887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</a:pPr>
            <a:r>
              <a:rPr lang="en-US" sz="1050" b="0" dirty="0">
                <a:latin typeface="Verdana" panose="020B0604030504040204" pitchFamily="34" charset="0"/>
                <a:ea typeface="Verdana" panose="020B0604030504040204" pitchFamily="34" charset="0"/>
              </a:rPr>
              <a:t>3</a:t>
            </a:r>
            <a:r>
              <a:rPr lang="ru-RU" sz="1050" b="0" dirty="0">
                <a:latin typeface="Verdana" panose="020B0604030504040204" pitchFamily="34" charset="0"/>
                <a:ea typeface="Verdana" panose="020B0604030504040204" pitchFamily="34" charset="0"/>
              </a:rPr>
              <a:t>6pt, </a:t>
            </a:r>
            <a:r>
              <a:rPr lang="ru-RU" sz="1050" b="0" dirty="0" err="1">
                <a:latin typeface="Verdana" panose="020B0604030504040204" pitchFamily="34" charset="0"/>
                <a:ea typeface="Verdana" panose="020B0604030504040204" pitchFamily="34" charset="0"/>
              </a:rPr>
              <a:t>Verdana</a:t>
            </a:r>
            <a:r>
              <a:rPr lang="ru-RU" sz="1050" b="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050" b="0" dirty="0" err="1">
                <a:latin typeface="Verdana" panose="020B0604030504040204" pitchFamily="34" charset="0"/>
                <a:ea typeface="Verdana" panose="020B0604030504040204" pitchFamily="34" charset="0"/>
              </a:rPr>
              <a:t>Bold</a:t>
            </a:r>
            <a:endParaRPr lang="ru-RU" sz="1050" b="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r">
              <a:spcBef>
                <a:spcPts val="0"/>
              </a:spcBef>
            </a:pPr>
            <a:r>
              <a:rPr lang="ru-RU" sz="1050" b="0" dirty="0">
                <a:latin typeface="Verdana" panose="020B0604030504040204" pitchFamily="34" charset="0"/>
                <a:ea typeface="Verdana" panose="020B0604030504040204" pitchFamily="34" charset="0"/>
              </a:rPr>
              <a:t>Заголовок слайда</a:t>
            </a:r>
          </a:p>
        </p:txBody>
      </p:sp>
      <p:sp>
        <p:nvSpPr>
          <p:cNvPr id="15" name="Объект 4"/>
          <p:cNvSpPr txBox="1">
            <a:spLocks/>
          </p:cNvSpPr>
          <p:nvPr/>
        </p:nvSpPr>
        <p:spPr>
          <a:xfrm>
            <a:off x="200025" y="3721411"/>
            <a:ext cx="1906588" cy="29887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</a:pPr>
            <a:r>
              <a:rPr lang="en-US" sz="1050" b="0" dirty="0">
                <a:latin typeface="Verdana" panose="020B0604030504040204" pitchFamily="34" charset="0"/>
                <a:ea typeface="Verdana" panose="020B0604030504040204" pitchFamily="34" charset="0"/>
              </a:rPr>
              <a:t>24</a:t>
            </a:r>
            <a:r>
              <a:rPr lang="ru-RU" sz="1050" b="0" dirty="0" err="1">
                <a:latin typeface="Verdana" panose="020B0604030504040204" pitchFamily="34" charset="0"/>
                <a:ea typeface="Verdana" panose="020B0604030504040204" pitchFamily="34" charset="0"/>
              </a:rPr>
              <a:t>pt</a:t>
            </a:r>
            <a:r>
              <a:rPr lang="ru-RU" sz="1050" b="0" dirty="0"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ru-RU" sz="1050" b="0" dirty="0" err="1">
                <a:latin typeface="Verdana" panose="020B0604030504040204" pitchFamily="34" charset="0"/>
                <a:ea typeface="Verdana" panose="020B0604030504040204" pitchFamily="34" charset="0"/>
              </a:rPr>
              <a:t>Verdana</a:t>
            </a:r>
            <a:r>
              <a:rPr lang="ru-RU" sz="1050" b="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050" b="0" dirty="0" err="1">
                <a:latin typeface="Verdana" panose="020B0604030504040204" pitchFamily="34" charset="0"/>
                <a:ea typeface="Verdana" panose="020B0604030504040204" pitchFamily="34" charset="0"/>
              </a:rPr>
              <a:t>Bold</a:t>
            </a:r>
            <a:endParaRPr lang="ru-RU" sz="1050" b="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r">
              <a:spcBef>
                <a:spcPts val="0"/>
              </a:spcBef>
            </a:pPr>
            <a:r>
              <a:rPr lang="ru-RU" sz="1050" b="0" dirty="0">
                <a:latin typeface="Verdana" panose="020B0604030504040204" pitchFamily="34" charset="0"/>
                <a:ea typeface="Verdana" panose="020B0604030504040204" pitchFamily="34" charset="0"/>
              </a:rPr>
              <a:t>Заголовок для текста 1</a:t>
            </a:r>
            <a:r>
              <a:rPr lang="en-US" sz="1050" b="0" dirty="0">
                <a:latin typeface="Verdana" panose="020B0604030504040204" pitchFamily="34" charset="0"/>
                <a:ea typeface="Verdana" panose="020B0604030504040204" pitchFamily="34" charset="0"/>
              </a:rPr>
              <a:t>8</a:t>
            </a:r>
            <a:r>
              <a:rPr lang="ru-RU" sz="1050" b="0" dirty="0" err="1">
                <a:latin typeface="Verdana" panose="020B0604030504040204" pitchFamily="34" charset="0"/>
                <a:ea typeface="Verdana" panose="020B0604030504040204" pitchFamily="34" charset="0"/>
              </a:rPr>
              <a:t>pt</a:t>
            </a:r>
            <a:endParaRPr lang="ru-RU" sz="1050" b="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6" name="Объект 4"/>
          <p:cNvSpPr txBox="1">
            <a:spLocks/>
          </p:cNvSpPr>
          <p:nvPr/>
        </p:nvSpPr>
        <p:spPr>
          <a:xfrm>
            <a:off x="200025" y="4206718"/>
            <a:ext cx="1906588" cy="29887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</a:pPr>
            <a:r>
              <a:rPr lang="ru-RU" sz="1050" b="0" dirty="0">
                <a:latin typeface="Verdana" panose="020B0604030504040204" pitchFamily="34" charset="0"/>
                <a:ea typeface="Verdana" panose="020B0604030504040204" pitchFamily="34" charset="0"/>
              </a:rPr>
              <a:t>1</a:t>
            </a:r>
            <a:r>
              <a:rPr lang="en-US" sz="1050" b="0" dirty="0">
                <a:latin typeface="Verdana" panose="020B0604030504040204" pitchFamily="34" charset="0"/>
                <a:ea typeface="Verdana" panose="020B0604030504040204" pitchFamily="34" charset="0"/>
              </a:rPr>
              <a:t>8</a:t>
            </a:r>
            <a:r>
              <a:rPr lang="ru-RU" sz="1050" b="0" dirty="0" err="1">
                <a:latin typeface="Verdana" panose="020B0604030504040204" pitchFamily="34" charset="0"/>
                <a:ea typeface="Verdana" panose="020B0604030504040204" pitchFamily="34" charset="0"/>
              </a:rPr>
              <a:t>pt</a:t>
            </a:r>
            <a:r>
              <a:rPr lang="ru-RU" sz="1050" b="0" dirty="0"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ru-RU" sz="1050" b="0" dirty="0" err="1">
                <a:latin typeface="Verdana" panose="020B0604030504040204" pitchFamily="34" charset="0"/>
                <a:ea typeface="Verdana" panose="020B0604030504040204" pitchFamily="34" charset="0"/>
              </a:rPr>
              <a:t>Verdana</a:t>
            </a:r>
            <a:r>
              <a:rPr lang="ru-RU" sz="1050" b="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050" b="0" dirty="0" err="1">
                <a:latin typeface="Verdana" panose="020B0604030504040204" pitchFamily="34" charset="0"/>
                <a:ea typeface="Verdana" panose="020B0604030504040204" pitchFamily="34" charset="0"/>
              </a:rPr>
              <a:t>Bold</a:t>
            </a:r>
            <a:endParaRPr lang="ru-RU" sz="1050" b="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r">
              <a:spcBef>
                <a:spcPts val="0"/>
              </a:spcBef>
            </a:pPr>
            <a:r>
              <a:rPr lang="ru-RU" sz="1050" b="0" dirty="0">
                <a:latin typeface="Verdana" panose="020B0604030504040204" pitchFamily="34" charset="0"/>
                <a:ea typeface="Verdana" panose="020B0604030504040204" pitchFamily="34" charset="0"/>
              </a:rPr>
              <a:t>Заголовок для текста 1</a:t>
            </a:r>
            <a:r>
              <a:rPr lang="en-US" sz="1050" b="0" dirty="0">
                <a:latin typeface="Verdana" panose="020B0604030504040204" pitchFamily="34" charset="0"/>
                <a:ea typeface="Verdana" panose="020B0604030504040204" pitchFamily="34" charset="0"/>
              </a:rPr>
              <a:t>4</a:t>
            </a:r>
            <a:r>
              <a:rPr lang="ru-RU" sz="1050" b="0" dirty="0" err="1">
                <a:latin typeface="Verdana" panose="020B0604030504040204" pitchFamily="34" charset="0"/>
                <a:ea typeface="Verdana" panose="020B0604030504040204" pitchFamily="34" charset="0"/>
              </a:rPr>
              <a:t>pt</a:t>
            </a:r>
            <a:endParaRPr lang="ru-RU" sz="1050" b="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7" name="Объект 4"/>
          <p:cNvSpPr txBox="1">
            <a:spLocks/>
          </p:cNvSpPr>
          <p:nvPr/>
        </p:nvSpPr>
        <p:spPr>
          <a:xfrm>
            <a:off x="230981" y="4677133"/>
            <a:ext cx="1906588" cy="29887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</a:pPr>
            <a:r>
              <a:rPr lang="en-US" sz="1050" b="0" dirty="0">
                <a:latin typeface="Verdana" panose="020B0604030504040204" pitchFamily="34" charset="0"/>
                <a:ea typeface="Verdana" panose="020B0604030504040204" pitchFamily="34" charset="0"/>
              </a:rPr>
              <a:t>18pt, Verdana Regular</a:t>
            </a:r>
          </a:p>
          <a:p>
            <a:pPr algn="r">
              <a:spcBef>
                <a:spcPts val="0"/>
              </a:spcBef>
            </a:pPr>
            <a:r>
              <a:rPr lang="ru-RU" sz="1050" b="0" dirty="0">
                <a:latin typeface="Verdana" panose="020B0604030504040204" pitchFamily="34" charset="0"/>
                <a:ea typeface="Verdana" panose="020B0604030504040204" pitchFamily="34" charset="0"/>
              </a:rPr>
              <a:t>Текст небольшого объёма</a:t>
            </a:r>
          </a:p>
        </p:txBody>
      </p:sp>
      <p:sp>
        <p:nvSpPr>
          <p:cNvPr id="18" name="Объект 4"/>
          <p:cNvSpPr txBox="1">
            <a:spLocks/>
          </p:cNvSpPr>
          <p:nvPr/>
        </p:nvSpPr>
        <p:spPr>
          <a:xfrm>
            <a:off x="230981" y="5135920"/>
            <a:ext cx="1906588" cy="48133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</a:pPr>
            <a:r>
              <a:rPr lang="ru-RU" sz="1050" b="0" dirty="0">
                <a:latin typeface="Verdana" panose="020B0604030504040204" pitchFamily="34" charset="0"/>
                <a:ea typeface="Verdana" panose="020B0604030504040204" pitchFamily="34" charset="0"/>
              </a:rPr>
              <a:t>1</a:t>
            </a:r>
            <a:r>
              <a:rPr lang="en-US" sz="1050" b="0" dirty="0">
                <a:latin typeface="Verdana" panose="020B0604030504040204" pitchFamily="34" charset="0"/>
                <a:ea typeface="Verdana" panose="020B0604030504040204" pitchFamily="34" charset="0"/>
              </a:rPr>
              <a:t>4</a:t>
            </a:r>
            <a:r>
              <a:rPr lang="ru-RU" sz="1050" b="0" dirty="0" err="1">
                <a:latin typeface="Verdana" panose="020B0604030504040204" pitchFamily="34" charset="0"/>
                <a:ea typeface="Verdana" panose="020B0604030504040204" pitchFamily="34" charset="0"/>
              </a:rPr>
              <a:t>pt</a:t>
            </a:r>
            <a:r>
              <a:rPr lang="ru-RU" sz="1050" b="0" dirty="0"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ru-RU" sz="1050" b="0" dirty="0" err="1">
                <a:latin typeface="Verdana" panose="020B0604030504040204" pitchFamily="34" charset="0"/>
                <a:ea typeface="Verdana" panose="020B0604030504040204" pitchFamily="34" charset="0"/>
              </a:rPr>
              <a:t>Verdana</a:t>
            </a:r>
            <a:r>
              <a:rPr lang="ru-RU" sz="1050" b="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050" b="0" dirty="0" err="1">
                <a:latin typeface="Verdana" panose="020B0604030504040204" pitchFamily="34" charset="0"/>
                <a:ea typeface="Verdana" panose="020B0604030504040204" pitchFamily="34" charset="0"/>
              </a:rPr>
              <a:t>Regular</a:t>
            </a:r>
            <a:endParaRPr lang="ru-RU" sz="1050" b="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r">
              <a:spcBef>
                <a:spcPts val="0"/>
              </a:spcBef>
            </a:pPr>
            <a:r>
              <a:rPr lang="ru-RU" sz="1050" b="0" dirty="0">
                <a:latin typeface="Verdana" panose="020B0604030504040204" pitchFamily="34" charset="0"/>
                <a:ea typeface="Verdana" panose="020B0604030504040204" pitchFamily="34" charset="0"/>
              </a:rPr>
              <a:t>Текст большого объема,</a:t>
            </a:r>
          </a:p>
          <a:p>
            <a:pPr algn="r">
              <a:spcBef>
                <a:spcPts val="0"/>
              </a:spcBef>
            </a:pPr>
            <a:r>
              <a:rPr lang="ru-RU" sz="1050" b="0" dirty="0">
                <a:latin typeface="Verdana" panose="020B0604030504040204" pitchFamily="34" charset="0"/>
                <a:ea typeface="Verdana" panose="020B0604030504040204" pitchFamily="34" charset="0"/>
              </a:rPr>
              <a:t> диаграмм и графиков</a:t>
            </a:r>
          </a:p>
        </p:txBody>
      </p:sp>
    </p:spTree>
    <p:extLst>
      <p:ext uri="{BB962C8B-B14F-4D97-AF65-F5344CB8AC3E}">
        <p14:creationId xmlns:p14="http://schemas.microsoft.com/office/powerpoint/2010/main" val="25777442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755650" y="549275"/>
            <a:ext cx="7557993" cy="977069"/>
          </a:xfrm>
        </p:spPr>
        <p:txBody>
          <a:bodyPr>
            <a:normAutofit fontScale="90000"/>
          </a:bodyPr>
          <a:lstStyle/>
          <a:p>
            <a:r>
              <a:rPr lang="ru-RU" dirty="0"/>
              <a:t>Выделения и акценты в тексте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quarter" idx="13"/>
          </p:nvPr>
        </p:nvSpPr>
        <p:spPr>
          <a:xfrm>
            <a:off x="773333" y="1616878"/>
            <a:ext cx="7555856" cy="4300396"/>
          </a:xfrm>
        </p:spPr>
        <p:txBody>
          <a:bodyPr/>
          <a:lstStyle/>
          <a:p>
            <a:r>
              <a:rPr lang="ru-RU" dirty="0"/>
              <a:t>Выделение по тексту лучше всего делать жирным начертанием, либо добавлять цветовой акцент:</a:t>
            </a:r>
          </a:p>
          <a:p>
            <a:r>
              <a:rPr lang="ru-RU" b="1" dirty="0">
                <a:solidFill>
                  <a:srgbClr val="FFCF66"/>
                </a:solidFill>
              </a:rPr>
              <a:t>Шафрановым</a:t>
            </a:r>
          </a:p>
          <a:p>
            <a:r>
              <a:rPr lang="ru-RU" b="1" dirty="0">
                <a:solidFill>
                  <a:srgbClr val="385E75"/>
                </a:solidFill>
              </a:rPr>
              <a:t>Стальным синим</a:t>
            </a:r>
          </a:p>
          <a:p>
            <a:r>
              <a:rPr lang="ru-RU" b="1" dirty="0">
                <a:solidFill>
                  <a:srgbClr val="D64A4A"/>
                </a:solidFill>
              </a:rPr>
              <a:t>Или цветом «</a:t>
            </a:r>
            <a:r>
              <a:rPr lang="ru-RU" b="1" dirty="0" err="1">
                <a:solidFill>
                  <a:srgbClr val="D64A4A"/>
                </a:solidFill>
              </a:rPr>
              <a:t>крайола</a:t>
            </a:r>
            <a:r>
              <a:rPr lang="ru-RU" b="1" dirty="0">
                <a:solidFill>
                  <a:srgbClr val="D64A4A"/>
                </a:solidFill>
              </a:rPr>
              <a:t>»</a:t>
            </a:r>
          </a:p>
          <a:p>
            <a:endParaRPr lang="ru-RU" dirty="0"/>
          </a:p>
          <a:p>
            <a:r>
              <a:rPr lang="ru-RU" dirty="0"/>
              <a:t>Для ссылок лучше использовать </a:t>
            </a:r>
            <a:r>
              <a:rPr lang="ru-RU" u="sng" dirty="0">
                <a:solidFill>
                  <a:srgbClr val="385E75"/>
                </a:solidFill>
              </a:rPr>
              <a:t>стальной синий </a:t>
            </a:r>
          </a:p>
        </p:txBody>
      </p:sp>
    </p:spTree>
    <p:extLst>
      <p:ext uri="{BB962C8B-B14F-4D97-AF65-F5344CB8AC3E}">
        <p14:creationId xmlns:p14="http://schemas.microsoft.com/office/powerpoint/2010/main" val="28506656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quarter" idx="13"/>
          </p:nvPr>
        </p:nvSpPr>
        <p:spPr>
          <a:xfrm>
            <a:off x="780415" y="1610694"/>
            <a:ext cx="7557992" cy="4391753"/>
          </a:xfrm>
        </p:spPr>
        <p:txBody>
          <a:bodyPr/>
          <a:lstStyle/>
          <a:p>
            <a:r>
              <a:rPr lang="ru-RU" dirty="0"/>
              <a:t>Первая позиция в списке</a:t>
            </a:r>
          </a:p>
          <a:p>
            <a:r>
              <a:rPr lang="ru-RU" dirty="0"/>
              <a:t>Вторая позиция в списке</a:t>
            </a:r>
          </a:p>
          <a:p>
            <a:r>
              <a:rPr lang="ru-RU" dirty="0"/>
              <a:t>Третья, но немаловажная позиция в списке</a:t>
            </a:r>
          </a:p>
          <a:p>
            <a:r>
              <a:rPr lang="ru-RU" dirty="0"/>
              <a:t>Четвертая позиция в списке</a:t>
            </a:r>
          </a:p>
          <a:p>
            <a:r>
              <a:rPr lang="ru-RU" dirty="0"/>
              <a:t>Пятая тоже длинная позиция в списке</a:t>
            </a:r>
          </a:p>
          <a:p>
            <a:r>
              <a:rPr lang="ru-RU" dirty="0"/>
              <a:t>Шестая позиция в списке</a:t>
            </a:r>
          </a:p>
          <a:p>
            <a:r>
              <a:rPr lang="ru-RU" dirty="0"/>
              <a:t>Седьмая позиция</a:t>
            </a:r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771196" y="549275"/>
            <a:ext cx="7557993" cy="977069"/>
          </a:xfrm>
        </p:spPr>
        <p:txBody>
          <a:bodyPr>
            <a:normAutofit/>
          </a:bodyPr>
          <a:lstStyle/>
          <a:p>
            <a:r>
              <a:rPr lang="ru-RU" dirty="0"/>
              <a:t>Нумерованный список</a:t>
            </a:r>
          </a:p>
        </p:txBody>
      </p:sp>
    </p:spTree>
    <p:extLst>
      <p:ext uri="{BB962C8B-B14F-4D97-AF65-F5344CB8AC3E}">
        <p14:creationId xmlns:p14="http://schemas.microsoft.com/office/powerpoint/2010/main" val="2536286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quarter" idx="13"/>
          </p:nvPr>
        </p:nvSpPr>
        <p:spPr>
          <a:xfrm>
            <a:off x="780414" y="1620570"/>
            <a:ext cx="7557993" cy="4354717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Первая позиция в списке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Вторая позиция в списке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Третья, но немаловажная позиция в списке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Четвертая позиция в списке</a:t>
            </a:r>
          </a:p>
          <a:p>
            <a:pPr marL="1027113" lvl="1" indent="-285750">
              <a:buFont typeface="Arial" panose="020B0604020202020204" pitchFamily="34" charset="0"/>
              <a:buChar char="•"/>
            </a:pPr>
            <a:r>
              <a:rPr lang="ru-RU" b="0" dirty="0"/>
              <a:t>Второй уровень списка</a:t>
            </a:r>
          </a:p>
          <a:p>
            <a:pPr marL="1027113" lvl="1" indent="-285750">
              <a:buFont typeface="Arial" panose="020B0604020202020204" pitchFamily="34" charset="0"/>
              <a:buChar char="•"/>
            </a:pPr>
            <a:r>
              <a:rPr lang="ru-RU" b="0" dirty="0"/>
              <a:t>Еще одна строчка</a:t>
            </a:r>
          </a:p>
          <a:p>
            <a:endParaRPr lang="ru-RU" dirty="0"/>
          </a:p>
          <a:p>
            <a:pPr lvl="1"/>
            <a:r>
              <a:rPr lang="ru-RU" dirty="0"/>
              <a:t> </a:t>
            </a:r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771196" y="549275"/>
            <a:ext cx="7557993" cy="977069"/>
          </a:xfrm>
        </p:spPr>
        <p:txBody>
          <a:bodyPr>
            <a:normAutofit/>
          </a:bodyPr>
          <a:lstStyle/>
          <a:p>
            <a:r>
              <a:rPr lang="ru-RU" dirty="0"/>
              <a:t>Маркированный список</a:t>
            </a:r>
          </a:p>
        </p:txBody>
      </p:sp>
    </p:spTree>
    <p:extLst>
      <p:ext uri="{BB962C8B-B14F-4D97-AF65-F5344CB8AC3E}">
        <p14:creationId xmlns:p14="http://schemas.microsoft.com/office/powerpoint/2010/main" val="6554281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dirty="0"/>
              <a:t>Информация </a:t>
            </a:r>
            <a:br>
              <a:rPr lang="ru-RU" dirty="0"/>
            </a:br>
            <a:r>
              <a:rPr lang="ru-RU" dirty="0"/>
              <a:t>в колонках</a:t>
            </a:r>
          </a:p>
        </p:txBody>
      </p:sp>
    </p:spTree>
    <p:extLst>
      <p:ext uri="{BB962C8B-B14F-4D97-AF65-F5344CB8AC3E}">
        <p14:creationId xmlns:p14="http://schemas.microsoft.com/office/powerpoint/2010/main" val="7690507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742161" y="3326201"/>
            <a:ext cx="2260603" cy="21544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ctr" anchorCtr="0">
            <a:spAutoFit/>
          </a:bodyPr>
          <a:lstStyle/>
          <a:p>
            <a:r>
              <a:rPr lang="ru-RU" sz="1600" b="1" dirty="0">
                <a:latin typeface="Verdana" panose="020B0604030504040204" pitchFamily="34" charset="0"/>
                <a:ea typeface="Verdana" panose="020B0604030504040204" pitchFamily="34" charset="0"/>
              </a:rPr>
              <a:t>Название раздела.</a:t>
            </a:r>
          </a:p>
          <a:p>
            <a:r>
              <a:rPr lang="ru-RU" sz="1600" b="1" dirty="0">
                <a:latin typeface="Verdana" panose="020B0604030504040204" pitchFamily="34" charset="0"/>
                <a:ea typeface="Verdana" panose="020B0604030504040204" pitchFamily="34" charset="0"/>
              </a:rPr>
              <a:t>Заголовок.</a:t>
            </a:r>
          </a:p>
          <a:p>
            <a:endParaRPr lang="ru-RU" sz="12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ru-RU" sz="1200" dirty="0">
                <a:latin typeface="Verdana" panose="020B0604030504040204" pitchFamily="34" charset="0"/>
                <a:ea typeface="Verdana" panose="020B0604030504040204" pitchFamily="34" charset="0"/>
              </a:rPr>
              <a:t>Душа моя озарена неземной радостью, как эти чудесные весенние утра, которыми я наслаждаюсь от всего сердца. Я совсем один и блаженствую в здешнем краю, словно созданном для таких, как я.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41238" y="3326201"/>
            <a:ext cx="2260603" cy="21544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ctr" anchorCtr="0">
            <a:spAutoFit/>
          </a:bodyPr>
          <a:lstStyle/>
          <a:p>
            <a:r>
              <a:rPr lang="ru-RU" sz="1600" b="1" dirty="0">
                <a:latin typeface="Verdana" panose="020B0604030504040204" pitchFamily="34" charset="0"/>
                <a:ea typeface="Verdana" panose="020B0604030504040204" pitchFamily="34" charset="0"/>
              </a:rPr>
              <a:t>Название раздела.</a:t>
            </a:r>
          </a:p>
          <a:p>
            <a:r>
              <a:rPr lang="ru-RU" sz="1600" b="1" dirty="0">
                <a:latin typeface="Verdana" panose="020B0604030504040204" pitchFamily="34" charset="0"/>
                <a:ea typeface="Verdana" panose="020B0604030504040204" pitchFamily="34" charset="0"/>
              </a:rPr>
              <a:t>Заголовок.</a:t>
            </a:r>
          </a:p>
          <a:p>
            <a:endParaRPr lang="ru-RU" sz="12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ru-RU" sz="1200" dirty="0">
                <a:latin typeface="Verdana" panose="020B0604030504040204" pitchFamily="34" charset="0"/>
                <a:ea typeface="Verdana" panose="020B0604030504040204" pitchFamily="34" charset="0"/>
              </a:rPr>
              <a:t>Душа моя озарена неземной радостью, как эти чудесные весенние утра, которыми я наслаждаюсь от всего сердца. Я совсем один и блаженствую в здешнем краю, словно созданном для таких, как я.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41699" y="3326201"/>
            <a:ext cx="2260603" cy="21544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ctr" anchorCtr="0">
            <a:spAutoFit/>
          </a:bodyPr>
          <a:lstStyle/>
          <a:p>
            <a:r>
              <a:rPr lang="ru-RU" sz="1600" b="1" dirty="0">
                <a:latin typeface="Verdana" panose="020B0604030504040204" pitchFamily="34" charset="0"/>
                <a:ea typeface="Verdana" panose="020B0604030504040204" pitchFamily="34" charset="0"/>
              </a:rPr>
              <a:t>Название раздела.</a:t>
            </a:r>
          </a:p>
          <a:p>
            <a:r>
              <a:rPr lang="ru-RU" sz="1600" b="1" dirty="0">
                <a:latin typeface="Verdana" panose="020B0604030504040204" pitchFamily="34" charset="0"/>
                <a:ea typeface="Verdana" panose="020B0604030504040204" pitchFamily="34" charset="0"/>
              </a:rPr>
              <a:t>Заголовок.</a:t>
            </a:r>
          </a:p>
          <a:p>
            <a:endParaRPr lang="ru-RU" sz="12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ru-RU" sz="1200" dirty="0">
                <a:latin typeface="Verdana" panose="020B0604030504040204" pitchFamily="34" charset="0"/>
                <a:ea typeface="Verdana" panose="020B0604030504040204" pitchFamily="34" charset="0"/>
              </a:rPr>
              <a:t>Душа моя озарена неземной радостью, как эти чудесные весенние утра, которыми я наслаждаюсь от всего сердца. Я совсем один и блаженствую в здешнем краю, словно созданном для таких, как я. </a:t>
            </a:r>
          </a:p>
        </p:txBody>
      </p:sp>
      <p:sp>
        <p:nvSpPr>
          <p:cNvPr id="13" name="Овал 12"/>
          <p:cNvSpPr/>
          <p:nvPr/>
        </p:nvSpPr>
        <p:spPr>
          <a:xfrm>
            <a:off x="1184274" y="1962152"/>
            <a:ext cx="1146175" cy="1146175"/>
          </a:xfrm>
          <a:prstGeom prst="ellipse">
            <a:avLst/>
          </a:prstGeom>
          <a:solidFill>
            <a:srgbClr val="FFCF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Овал 13"/>
          <p:cNvSpPr/>
          <p:nvPr/>
        </p:nvSpPr>
        <p:spPr>
          <a:xfrm>
            <a:off x="3917149" y="1962151"/>
            <a:ext cx="1146175" cy="1146175"/>
          </a:xfrm>
          <a:prstGeom prst="ellipse">
            <a:avLst/>
          </a:prstGeom>
          <a:solidFill>
            <a:srgbClr val="FFCF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Овал 14"/>
          <p:cNvSpPr/>
          <p:nvPr/>
        </p:nvSpPr>
        <p:spPr>
          <a:xfrm>
            <a:off x="6616688" y="1962151"/>
            <a:ext cx="1146175" cy="1146175"/>
          </a:xfrm>
          <a:prstGeom prst="ellipse">
            <a:avLst/>
          </a:prstGeom>
          <a:solidFill>
            <a:srgbClr val="FFCF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2BCBD102-D1B0-4C04-844A-DC3C771AF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525" y="549275"/>
            <a:ext cx="7558088" cy="1195001"/>
          </a:xfrm>
        </p:spPr>
        <p:txBody>
          <a:bodyPr>
            <a:normAutofit/>
          </a:bodyPr>
          <a:lstStyle/>
          <a:p>
            <a:r>
              <a:rPr lang="ru-RU" dirty="0"/>
              <a:t>Информация с тремя колонками</a:t>
            </a:r>
          </a:p>
        </p:txBody>
      </p:sp>
    </p:spTree>
    <p:extLst>
      <p:ext uri="{BB962C8B-B14F-4D97-AF65-F5344CB8AC3E}">
        <p14:creationId xmlns:p14="http://schemas.microsoft.com/office/powerpoint/2010/main" val="32603967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677866" y="3428998"/>
            <a:ext cx="1768474" cy="16619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ru-RU" sz="1600" b="1" dirty="0">
                <a:latin typeface="Verdana" panose="020B0604030504040204" pitchFamily="34" charset="0"/>
                <a:ea typeface="Verdana" panose="020B0604030504040204" pitchFamily="34" charset="0"/>
              </a:rPr>
              <a:t>Название раздела.</a:t>
            </a:r>
          </a:p>
          <a:p>
            <a:pPr algn="ctr"/>
            <a:r>
              <a:rPr lang="ru-RU" sz="1600" b="1" dirty="0">
                <a:latin typeface="Verdana" panose="020B0604030504040204" pitchFamily="34" charset="0"/>
                <a:ea typeface="Verdana" panose="020B0604030504040204" pitchFamily="34" charset="0"/>
              </a:rPr>
              <a:t>Заголовок.</a:t>
            </a:r>
          </a:p>
          <a:p>
            <a:pPr algn="ctr"/>
            <a:endParaRPr lang="ru-RU" sz="12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ctr"/>
            <a:r>
              <a:rPr lang="ru-RU" sz="1200" dirty="0">
                <a:latin typeface="Verdana" panose="020B0604030504040204" pitchFamily="34" charset="0"/>
                <a:ea typeface="Verdana" panose="020B0604030504040204" pitchFamily="34" charset="0"/>
              </a:rPr>
              <a:t>Душа моя озарена неземной радостью, как эти чудесные весенние утра</a:t>
            </a:r>
          </a:p>
        </p:txBody>
      </p:sp>
      <p:sp>
        <p:nvSpPr>
          <p:cNvPr id="13" name="Овал 12"/>
          <p:cNvSpPr/>
          <p:nvPr/>
        </p:nvSpPr>
        <p:spPr>
          <a:xfrm>
            <a:off x="963615" y="2028825"/>
            <a:ext cx="1146175" cy="114617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Овал 13"/>
          <p:cNvSpPr/>
          <p:nvPr/>
        </p:nvSpPr>
        <p:spPr>
          <a:xfrm>
            <a:off x="2987939" y="2028825"/>
            <a:ext cx="1146175" cy="114617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Овал 14"/>
          <p:cNvSpPr/>
          <p:nvPr/>
        </p:nvSpPr>
        <p:spPr>
          <a:xfrm>
            <a:off x="6991346" y="2028824"/>
            <a:ext cx="1146175" cy="114617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7"/>
          <p:cNvSpPr txBox="1"/>
          <p:nvPr/>
        </p:nvSpPr>
        <p:spPr>
          <a:xfrm>
            <a:off x="2676790" y="3428998"/>
            <a:ext cx="1768474" cy="16619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ru-RU" sz="1600" b="1" dirty="0">
                <a:latin typeface="Verdana" panose="020B0604030504040204" pitchFamily="34" charset="0"/>
                <a:ea typeface="Verdana" panose="020B0604030504040204" pitchFamily="34" charset="0"/>
              </a:rPr>
              <a:t>Название раздела.</a:t>
            </a:r>
          </a:p>
          <a:p>
            <a:pPr algn="ctr"/>
            <a:r>
              <a:rPr lang="ru-RU" sz="1600" b="1" dirty="0">
                <a:latin typeface="Verdana" panose="020B0604030504040204" pitchFamily="34" charset="0"/>
                <a:ea typeface="Verdana" panose="020B0604030504040204" pitchFamily="34" charset="0"/>
              </a:rPr>
              <a:t>Заголовок.</a:t>
            </a:r>
          </a:p>
          <a:p>
            <a:pPr algn="ctr"/>
            <a:endParaRPr lang="ru-RU" sz="12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ctr"/>
            <a:r>
              <a:rPr lang="ru-RU" sz="1200" dirty="0">
                <a:latin typeface="Verdana" panose="020B0604030504040204" pitchFamily="34" charset="0"/>
                <a:ea typeface="Verdana" panose="020B0604030504040204" pitchFamily="34" charset="0"/>
              </a:rPr>
              <a:t>Душа моя озарена неземной радостью, как эти чудесные весенние утра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55873" y="3428999"/>
            <a:ext cx="1768474" cy="16619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ru-RU" sz="1600" b="1" dirty="0">
                <a:latin typeface="Verdana" panose="020B0604030504040204" pitchFamily="34" charset="0"/>
                <a:ea typeface="Verdana" panose="020B0604030504040204" pitchFamily="34" charset="0"/>
              </a:rPr>
              <a:t>Название раздела.</a:t>
            </a:r>
          </a:p>
          <a:p>
            <a:pPr algn="ctr"/>
            <a:r>
              <a:rPr lang="ru-RU" sz="1600" b="1" dirty="0">
                <a:latin typeface="Verdana" panose="020B0604030504040204" pitchFamily="34" charset="0"/>
                <a:ea typeface="Verdana" panose="020B0604030504040204" pitchFamily="34" charset="0"/>
              </a:rPr>
              <a:t>Заголовок.</a:t>
            </a:r>
          </a:p>
          <a:p>
            <a:pPr algn="ctr"/>
            <a:endParaRPr lang="ru-RU" sz="12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ctr"/>
            <a:r>
              <a:rPr lang="ru-RU" sz="1200" dirty="0">
                <a:latin typeface="Verdana" panose="020B0604030504040204" pitchFamily="34" charset="0"/>
                <a:ea typeface="Verdana" panose="020B0604030504040204" pitchFamily="34" charset="0"/>
              </a:rPr>
              <a:t>Душа моя озарена неземной радостью, как эти чудесные весенние утра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97662" y="3428999"/>
            <a:ext cx="1768474" cy="16619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ru-RU" sz="1600" b="1" dirty="0">
                <a:latin typeface="Verdana" panose="020B0604030504040204" pitchFamily="34" charset="0"/>
                <a:ea typeface="Verdana" panose="020B0604030504040204" pitchFamily="34" charset="0"/>
              </a:rPr>
              <a:t>Название раздела.</a:t>
            </a:r>
          </a:p>
          <a:p>
            <a:pPr algn="ctr"/>
            <a:r>
              <a:rPr lang="ru-RU" sz="1600" b="1" dirty="0">
                <a:latin typeface="Verdana" panose="020B0604030504040204" pitchFamily="34" charset="0"/>
                <a:ea typeface="Verdana" panose="020B0604030504040204" pitchFamily="34" charset="0"/>
              </a:rPr>
              <a:t>Заголовок.</a:t>
            </a:r>
          </a:p>
          <a:p>
            <a:pPr algn="ctr"/>
            <a:endParaRPr lang="ru-RU" sz="12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ctr"/>
            <a:r>
              <a:rPr lang="ru-RU" sz="1200" dirty="0">
                <a:latin typeface="Verdana" panose="020B0604030504040204" pitchFamily="34" charset="0"/>
                <a:ea typeface="Verdana" panose="020B0604030504040204" pitchFamily="34" charset="0"/>
              </a:rPr>
              <a:t>Душа моя озарена неземной радостью, как эти чудесные весенние утра</a:t>
            </a:r>
          </a:p>
        </p:txBody>
      </p:sp>
      <p:sp>
        <p:nvSpPr>
          <p:cNvPr id="21" name="Овал 20"/>
          <p:cNvSpPr/>
          <p:nvPr/>
        </p:nvSpPr>
        <p:spPr>
          <a:xfrm>
            <a:off x="4967022" y="2028824"/>
            <a:ext cx="1146175" cy="114617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Заголовок 4">
            <a:extLst>
              <a:ext uri="{FF2B5EF4-FFF2-40B4-BE49-F238E27FC236}">
                <a16:creationId xmlns:a16="http://schemas.microsoft.com/office/drawing/2014/main" id="{6C801D5A-5DC2-4DA9-9422-47717AB3C527}"/>
              </a:ext>
            </a:extLst>
          </p:cNvPr>
          <p:cNvSpPr txBox="1">
            <a:spLocks/>
          </p:cNvSpPr>
          <p:nvPr/>
        </p:nvSpPr>
        <p:spPr>
          <a:xfrm>
            <a:off x="771525" y="549275"/>
            <a:ext cx="7558088" cy="119500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j-cs"/>
              </a:defRPr>
            </a:lvl1pPr>
          </a:lstStyle>
          <a:p>
            <a:r>
              <a:rPr lang="ru-RU" dirty="0"/>
              <a:t>Информация с </a:t>
            </a:r>
            <a:r>
              <a:rPr lang="ru-RU" dirty="0" err="1"/>
              <a:t>четыремя</a:t>
            </a:r>
            <a:r>
              <a:rPr lang="ru-RU" dirty="0"/>
              <a:t> колонками</a:t>
            </a:r>
          </a:p>
        </p:txBody>
      </p:sp>
    </p:spTree>
    <p:extLst>
      <p:ext uri="{BB962C8B-B14F-4D97-AF65-F5344CB8AC3E}">
        <p14:creationId xmlns:p14="http://schemas.microsoft.com/office/powerpoint/2010/main" val="7086563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Слайды </a:t>
            </a:r>
            <a:br>
              <a:rPr lang="ru-RU" dirty="0"/>
            </a:br>
            <a:r>
              <a:rPr lang="ru-RU" dirty="0"/>
              <a:t>с фотографиями</a:t>
            </a:r>
          </a:p>
        </p:txBody>
      </p:sp>
    </p:spTree>
    <p:extLst>
      <p:ext uri="{BB962C8B-B14F-4D97-AF65-F5344CB8AC3E}">
        <p14:creationId xmlns:p14="http://schemas.microsoft.com/office/powerpoint/2010/main" val="23297304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sz="half" idx="2"/>
          </p:nvPr>
        </p:nvSpPr>
        <p:spPr>
          <a:xfrm>
            <a:off x="5106155" y="2682922"/>
            <a:ext cx="3232254" cy="839787"/>
          </a:xfrm>
        </p:spPr>
        <p:txBody>
          <a:bodyPr/>
          <a:lstStyle/>
          <a:p>
            <a:r>
              <a:rPr lang="ru-RU" dirty="0"/>
              <a:t>Описание фотографии</a:t>
            </a:r>
          </a:p>
        </p:txBody>
      </p:sp>
      <p:pic>
        <p:nvPicPr>
          <p:cNvPr id="6" name="Рисунок 5"/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943" b="2943"/>
          <a:stretch/>
        </p:blipFill>
        <p:spPr>
          <a:xfrm>
            <a:off x="771362" y="1647731"/>
            <a:ext cx="4090349" cy="4291342"/>
          </a:xfrm>
        </p:spPr>
      </p:pic>
      <p:sp>
        <p:nvSpPr>
          <p:cNvPr id="10" name="Текст 9">
            <a:extLst>
              <a:ext uri="{FF2B5EF4-FFF2-40B4-BE49-F238E27FC236}">
                <a16:creationId xmlns:a16="http://schemas.microsoft.com/office/drawing/2014/main" id="{A3A831D2-6FCD-4713-A6E7-612A52ED87A1}"/>
              </a:ext>
            </a:extLst>
          </p:cNvPr>
          <p:cNvSpPr>
            <a:spLocks noGrp="1"/>
          </p:cNvSpPr>
          <p:nvPr>
            <p:ph type="body" sz="half" idx="1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7348E75D-8EE3-41E1-8526-4B12FB02C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97627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Текст 10"/>
          <p:cNvSpPr>
            <a:spLocks noGrp="1"/>
          </p:cNvSpPr>
          <p:nvPr>
            <p:ph type="body" sz="half" idx="2"/>
          </p:nvPr>
        </p:nvSpPr>
        <p:spPr>
          <a:xfrm>
            <a:off x="780415" y="5076195"/>
            <a:ext cx="3565248" cy="877887"/>
          </a:xfrm>
        </p:spPr>
        <p:txBody>
          <a:bodyPr>
            <a:normAutofit/>
          </a:bodyPr>
          <a:lstStyle/>
          <a:p>
            <a:r>
              <a:rPr lang="ru-RU" dirty="0"/>
              <a:t>Описание фотографии</a:t>
            </a:r>
          </a:p>
        </p:txBody>
      </p:sp>
      <p:pic>
        <p:nvPicPr>
          <p:cNvPr id="17" name="Рисунок 16"/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966" b="3966"/>
          <a:stretch/>
        </p:blipFill>
        <p:spPr>
          <a:xfrm>
            <a:off x="780415" y="1648895"/>
            <a:ext cx="3565248" cy="2792159"/>
          </a:xfrm>
        </p:spPr>
      </p:pic>
      <p:sp>
        <p:nvSpPr>
          <p:cNvPr id="12" name="Текст 11">
            <a:extLst>
              <a:ext uri="{FF2B5EF4-FFF2-40B4-BE49-F238E27FC236}">
                <a16:creationId xmlns:a16="http://schemas.microsoft.com/office/drawing/2014/main" id="{52AB18FD-2D18-413D-9E52-0D865831BAEB}"/>
              </a:ext>
            </a:extLst>
          </p:cNvPr>
          <p:cNvSpPr>
            <a:spLocks noGrp="1"/>
          </p:cNvSpPr>
          <p:nvPr>
            <p:ph type="body" sz="half" idx="1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4" name="Текст 13"/>
          <p:cNvSpPr>
            <a:spLocks noGrp="1"/>
          </p:cNvSpPr>
          <p:nvPr>
            <p:ph type="body" sz="half" idx="16"/>
          </p:nvPr>
        </p:nvSpPr>
        <p:spPr>
          <a:xfrm>
            <a:off x="4773160" y="5076195"/>
            <a:ext cx="3565248" cy="877887"/>
          </a:xfrm>
        </p:spPr>
        <p:txBody>
          <a:bodyPr>
            <a:normAutofit/>
          </a:bodyPr>
          <a:lstStyle/>
          <a:p>
            <a:r>
              <a:rPr lang="ru-RU" dirty="0"/>
              <a:t>Описание фотографии</a:t>
            </a:r>
          </a:p>
        </p:txBody>
      </p:sp>
      <p:pic>
        <p:nvPicPr>
          <p:cNvPr id="18" name="Рисунок 17"/>
          <p:cNvPicPr>
            <a:picLocks noGrp="1" noChangeAspect="1"/>
          </p:cNvPicPr>
          <p:nvPr>
            <p:ph type="pic" sz="quarter" idx="17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001" b="4001"/>
          <a:stretch/>
        </p:blipFill>
        <p:spPr>
          <a:xfrm>
            <a:off x="4773160" y="1648895"/>
            <a:ext cx="3565248" cy="2792159"/>
          </a:xfrm>
        </p:spPr>
      </p:pic>
      <p:sp>
        <p:nvSpPr>
          <p:cNvPr id="13" name="Текст 12">
            <a:extLst>
              <a:ext uri="{FF2B5EF4-FFF2-40B4-BE49-F238E27FC236}">
                <a16:creationId xmlns:a16="http://schemas.microsoft.com/office/drawing/2014/main" id="{3420CC46-F269-4F0B-906A-047CD81BD287}"/>
              </a:ext>
            </a:extLst>
          </p:cNvPr>
          <p:cNvSpPr>
            <a:spLocks noGrp="1"/>
          </p:cNvSpPr>
          <p:nvPr>
            <p:ph type="body" sz="half" idx="18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Заголовок 9">
            <a:extLst>
              <a:ext uri="{FF2B5EF4-FFF2-40B4-BE49-F238E27FC236}">
                <a16:creationId xmlns:a16="http://schemas.microsoft.com/office/drawing/2014/main" id="{BEFA4A2C-CFE9-43BD-B27D-FB716B674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34820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Графики </a:t>
            </a:r>
            <a:br>
              <a:rPr lang="ru-RU" dirty="0"/>
            </a:br>
            <a:r>
              <a:rPr lang="ru-RU" dirty="0"/>
              <a:t>и диаграммы</a:t>
            </a:r>
          </a:p>
        </p:txBody>
      </p:sp>
    </p:spTree>
    <p:extLst>
      <p:ext uri="{BB962C8B-B14F-4D97-AF65-F5344CB8AC3E}">
        <p14:creationId xmlns:p14="http://schemas.microsoft.com/office/powerpoint/2010/main" val="7943522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Диаграмма 12"/>
          <p:cNvGraphicFramePr/>
          <p:nvPr>
            <p:extLst>
              <p:ext uri="{D42A27DB-BD31-4B8C-83A1-F6EECF244321}">
                <p14:modId xmlns:p14="http://schemas.microsoft.com/office/powerpoint/2010/main" val="4234832255"/>
              </p:ext>
            </p:extLst>
          </p:nvPr>
        </p:nvGraphicFramePr>
        <p:xfrm>
          <a:off x="742950" y="1376366"/>
          <a:ext cx="3576639" cy="42211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4" name="Объект 2"/>
          <p:cNvSpPr txBox="1">
            <a:spLocks/>
          </p:cNvSpPr>
          <p:nvPr/>
        </p:nvSpPr>
        <p:spPr>
          <a:xfrm>
            <a:off x="4932365" y="2876549"/>
            <a:ext cx="3097210" cy="2720983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800" b="0" dirty="0">
                <a:latin typeface="Verdana" panose="020B0604030504040204" pitchFamily="34" charset="0"/>
                <a:ea typeface="Verdana" panose="020B0604030504040204" pitchFamily="34" charset="0"/>
              </a:rPr>
              <a:t>Описание диаграммы – для чего данные, что дают, пояснение</a:t>
            </a:r>
          </a:p>
          <a:p>
            <a:endParaRPr lang="ru-RU" sz="1800" b="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ru-RU" sz="2400" dirty="0">
                <a:solidFill>
                  <a:srgbClr val="FFCF6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1 000 000 ₽ </a:t>
            </a:r>
          </a:p>
          <a:p>
            <a:pPr>
              <a:spcBef>
                <a:spcPts val="600"/>
              </a:spcBef>
            </a:pPr>
            <a:r>
              <a:rPr lang="ru-RU" sz="1800" b="0" dirty="0">
                <a:latin typeface="Verdana" panose="020B0604030504040204" pitchFamily="34" charset="0"/>
                <a:ea typeface="Verdana" panose="020B0604030504040204" pitchFamily="34" charset="0"/>
              </a:rPr>
              <a:t>Значимая цифра, на которой нужен акцент </a:t>
            </a:r>
          </a:p>
        </p:txBody>
      </p:sp>
      <p:sp>
        <p:nvSpPr>
          <p:cNvPr id="15" name="Заголовок 1"/>
          <p:cNvSpPr>
            <a:spLocks noGrp="1"/>
          </p:cNvSpPr>
          <p:nvPr>
            <p:ph type="title"/>
          </p:nvPr>
        </p:nvSpPr>
        <p:spPr>
          <a:xfrm>
            <a:off x="4787900" y="1289050"/>
            <a:ext cx="3509963" cy="1100138"/>
          </a:xfrm>
        </p:spPr>
        <p:txBody>
          <a:bodyPr anchor="ctr" anchorCtr="0">
            <a:noAutofit/>
          </a:bodyPr>
          <a:lstStyle/>
          <a:p>
            <a:r>
              <a:rPr lang="ru-RU" dirty="0"/>
              <a:t>Пример круговой диаграммы</a:t>
            </a:r>
          </a:p>
        </p:txBody>
      </p:sp>
    </p:spTree>
    <p:extLst>
      <p:ext uri="{BB962C8B-B14F-4D97-AF65-F5344CB8AC3E}">
        <p14:creationId xmlns:p14="http://schemas.microsoft.com/office/powerpoint/2010/main" val="33052134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Диаграмма 3"/>
          <p:cNvGraphicFramePr/>
          <p:nvPr>
            <p:extLst>
              <p:ext uri="{D42A27DB-BD31-4B8C-83A1-F6EECF244321}">
                <p14:modId xmlns:p14="http://schemas.microsoft.com/office/powerpoint/2010/main" val="1379644368"/>
              </p:ext>
            </p:extLst>
          </p:nvPr>
        </p:nvGraphicFramePr>
        <p:xfrm>
          <a:off x="755650" y="1146775"/>
          <a:ext cx="7596188" cy="46370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5391FD96-FA06-499B-B6D9-E9B287D62408}"/>
              </a:ext>
            </a:extLst>
          </p:cNvPr>
          <p:cNvSpPr txBox="1">
            <a:spLocks/>
          </p:cNvSpPr>
          <p:nvPr/>
        </p:nvSpPr>
        <p:spPr>
          <a:xfrm>
            <a:off x="771525" y="549275"/>
            <a:ext cx="7558088" cy="119500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j-cs"/>
              </a:defRPr>
            </a:lvl1pPr>
          </a:lstStyle>
          <a:p>
            <a:r>
              <a:rPr lang="ru-RU" dirty="0"/>
              <a:t>Пример диаграммы</a:t>
            </a:r>
          </a:p>
        </p:txBody>
      </p:sp>
    </p:spTree>
    <p:extLst>
      <p:ext uri="{BB962C8B-B14F-4D97-AF65-F5344CB8AC3E}">
        <p14:creationId xmlns:p14="http://schemas.microsoft.com/office/powerpoint/2010/main" val="17189831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2"/>
          <p:cNvSpPr txBox="1">
            <a:spLocks/>
          </p:cNvSpPr>
          <p:nvPr/>
        </p:nvSpPr>
        <p:spPr>
          <a:xfrm>
            <a:off x="755650" y="1262066"/>
            <a:ext cx="2881313" cy="464502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200"/>
              </a:spcAft>
            </a:pPr>
            <a:r>
              <a:rPr lang="ru-RU" sz="3600" dirty="0">
                <a:latin typeface="Verdana" panose="020B0604030504040204" pitchFamily="34" charset="0"/>
                <a:ea typeface="Verdana" panose="020B0604030504040204" pitchFamily="34" charset="0"/>
              </a:rPr>
              <a:t>Название графика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1800" b="0" dirty="0">
                <a:latin typeface="Verdana" panose="020B0604030504040204" pitchFamily="34" charset="0"/>
                <a:ea typeface="Verdana" panose="020B0604030504040204" pitchFamily="34" charset="0"/>
              </a:rPr>
              <a:t>Описание графика – для чего данные, </a:t>
            </a:r>
            <a:endParaRPr lang="en-US" sz="1800" b="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1800" b="0" dirty="0">
                <a:latin typeface="Verdana" panose="020B0604030504040204" pitchFamily="34" charset="0"/>
                <a:ea typeface="Verdana" panose="020B0604030504040204" pitchFamily="34" charset="0"/>
              </a:rPr>
              <a:t>что дают, пояснение</a:t>
            </a:r>
          </a:p>
          <a:p>
            <a:endParaRPr lang="ru-RU" sz="1800" b="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graphicFrame>
        <p:nvGraphicFramePr>
          <p:cNvPr id="6" name="Диаграмма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26902608"/>
              </p:ext>
            </p:extLst>
          </p:nvPr>
        </p:nvGraphicFramePr>
        <p:xfrm>
          <a:off x="3633790" y="1395416"/>
          <a:ext cx="4754560" cy="38496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7399566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>
          <a:xfrm>
            <a:off x="771196" y="549275"/>
            <a:ext cx="7557993" cy="977069"/>
          </a:xfrm>
        </p:spPr>
        <p:txBody>
          <a:bodyPr>
            <a:noAutofit/>
          </a:bodyPr>
          <a:lstStyle/>
          <a:p>
            <a:r>
              <a:rPr lang="ru-RU" dirty="0"/>
              <a:t>Пример таблицы</a:t>
            </a:r>
          </a:p>
        </p:txBody>
      </p:sp>
      <p:graphicFrame>
        <p:nvGraphicFramePr>
          <p:cNvPr id="8" name="Объект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33467908"/>
              </p:ext>
            </p:extLst>
          </p:nvPr>
        </p:nvGraphicFramePr>
        <p:xfrm>
          <a:off x="771525" y="1609728"/>
          <a:ext cx="7580313" cy="382904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95294">
                  <a:extLst>
                    <a:ext uri="{9D8B030D-6E8A-4147-A177-3AD203B41FA5}">
                      <a16:colId xmlns:a16="http://schemas.microsoft.com/office/drawing/2014/main" val="2230007474"/>
                    </a:ext>
                  </a:extLst>
                </a:gridCol>
                <a:gridCol w="1412223">
                  <a:extLst>
                    <a:ext uri="{9D8B030D-6E8A-4147-A177-3AD203B41FA5}">
                      <a16:colId xmlns:a16="http://schemas.microsoft.com/office/drawing/2014/main" val="1737370462"/>
                    </a:ext>
                  </a:extLst>
                </a:gridCol>
                <a:gridCol w="1412223">
                  <a:extLst>
                    <a:ext uri="{9D8B030D-6E8A-4147-A177-3AD203B41FA5}">
                      <a16:colId xmlns:a16="http://schemas.microsoft.com/office/drawing/2014/main" val="2753811826"/>
                    </a:ext>
                  </a:extLst>
                </a:gridCol>
                <a:gridCol w="1848350">
                  <a:extLst>
                    <a:ext uri="{9D8B030D-6E8A-4147-A177-3AD203B41FA5}">
                      <a16:colId xmlns:a16="http://schemas.microsoft.com/office/drawing/2014/main" val="435143496"/>
                    </a:ext>
                  </a:extLst>
                </a:gridCol>
                <a:gridCol w="1412223">
                  <a:extLst>
                    <a:ext uri="{9D8B030D-6E8A-4147-A177-3AD203B41FA5}">
                      <a16:colId xmlns:a16="http://schemas.microsoft.com/office/drawing/2014/main" val="831828249"/>
                    </a:ext>
                  </a:extLst>
                </a:gridCol>
              </a:tblGrid>
              <a:tr h="825873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500" b="1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Важные показатели</a:t>
                      </a:r>
                      <a:endParaRPr lang="ru-RU" sz="15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500" b="1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Цифровые</a:t>
                      </a:r>
                      <a:br>
                        <a:rPr lang="ru-RU" sz="1500" b="1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</a:br>
                      <a:r>
                        <a:rPr lang="ru-RU" sz="1500" b="1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данные</a:t>
                      </a:r>
                      <a:endParaRPr lang="ru-RU" sz="15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500" b="1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Какие-то</a:t>
                      </a:r>
                      <a:br>
                        <a:rPr lang="ru-RU" sz="1500" b="1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</a:br>
                      <a:r>
                        <a:rPr lang="ru-RU" sz="1500" b="1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проценты</a:t>
                      </a:r>
                      <a:endParaRPr lang="ru-RU" sz="15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500" b="1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Ещё цифровые</a:t>
                      </a:r>
                      <a:br>
                        <a:rPr lang="ru-RU" sz="1500" b="1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</a:br>
                      <a:r>
                        <a:rPr lang="ru-RU" sz="1500" b="1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данные</a:t>
                      </a:r>
                      <a:endParaRPr lang="ru-RU" sz="15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500" b="1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Ещё </a:t>
                      </a:r>
                      <a:br>
                        <a:rPr lang="ru-RU" sz="1500" b="1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</a:br>
                      <a:r>
                        <a:rPr lang="ru-RU" sz="1500" b="1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какие-то</a:t>
                      </a:r>
                      <a:br>
                        <a:rPr lang="ru-RU" sz="1500" b="1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</a:br>
                      <a:r>
                        <a:rPr lang="ru-RU" sz="1500" b="1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проценты</a:t>
                      </a:r>
                      <a:endParaRPr lang="ru-RU" sz="15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5740373"/>
                  </a:ext>
                </a:extLst>
              </a:tr>
              <a:tr h="375397">
                <a:tc>
                  <a:txBody>
                    <a:bodyPr/>
                    <a:lstStyle/>
                    <a:p>
                      <a:pPr algn="ctr" fontAlgn="b"/>
                      <a:r>
                        <a:rPr lang="ru-RU" sz="15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2013</a:t>
                      </a:r>
                      <a:endParaRPr lang="ru-RU" sz="15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5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302</a:t>
                      </a:r>
                      <a:endParaRPr lang="ru-RU" sz="15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5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50%</a:t>
                      </a:r>
                      <a:endParaRPr lang="ru-RU" sz="15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5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302</a:t>
                      </a:r>
                      <a:endParaRPr lang="ru-RU" sz="15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5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  <a:endParaRPr lang="ru-RU" sz="15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688399"/>
                  </a:ext>
                </a:extLst>
              </a:tr>
              <a:tr h="375397">
                <a:tc>
                  <a:txBody>
                    <a:bodyPr/>
                    <a:lstStyle/>
                    <a:p>
                      <a:pPr algn="ctr" fontAlgn="b"/>
                      <a:r>
                        <a:rPr lang="ru-RU" sz="15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2014</a:t>
                      </a:r>
                      <a:endParaRPr lang="ru-RU" sz="15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5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407</a:t>
                      </a:r>
                      <a:endParaRPr lang="ru-RU" sz="15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5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47%</a:t>
                      </a:r>
                      <a:endParaRPr lang="ru-RU" sz="15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5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407</a:t>
                      </a:r>
                      <a:endParaRPr lang="ru-RU" sz="15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5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11%</a:t>
                      </a:r>
                      <a:endParaRPr lang="ru-RU" sz="15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2796634"/>
                  </a:ext>
                </a:extLst>
              </a:tr>
              <a:tr h="375397">
                <a:tc>
                  <a:txBody>
                    <a:bodyPr/>
                    <a:lstStyle/>
                    <a:p>
                      <a:pPr algn="ctr" fontAlgn="b"/>
                      <a:r>
                        <a:rPr lang="ru-RU" sz="15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2015</a:t>
                      </a:r>
                      <a:endParaRPr lang="ru-RU" sz="15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5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445</a:t>
                      </a:r>
                      <a:endParaRPr lang="ru-RU" sz="15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5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36%</a:t>
                      </a:r>
                      <a:endParaRPr lang="ru-RU" sz="15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5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445</a:t>
                      </a:r>
                      <a:endParaRPr lang="ru-RU" sz="15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5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  <a:endParaRPr lang="ru-RU" sz="15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6927372"/>
                  </a:ext>
                </a:extLst>
              </a:tr>
              <a:tr h="375397">
                <a:tc>
                  <a:txBody>
                    <a:bodyPr/>
                    <a:lstStyle/>
                    <a:p>
                      <a:pPr algn="ctr" fontAlgn="b"/>
                      <a:r>
                        <a:rPr lang="ru-RU" sz="15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2016</a:t>
                      </a:r>
                      <a:endParaRPr lang="ru-RU" sz="15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5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472</a:t>
                      </a:r>
                      <a:endParaRPr lang="ru-RU" sz="15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5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42%</a:t>
                      </a:r>
                      <a:endParaRPr lang="ru-RU" sz="15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5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472</a:t>
                      </a:r>
                      <a:endParaRPr lang="ru-RU" sz="15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5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13%</a:t>
                      </a:r>
                      <a:endParaRPr lang="ru-RU" sz="15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5845836"/>
                  </a:ext>
                </a:extLst>
              </a:tr>
              <a:tr h="375397">
                <a:tc>
                  <a:txBody>
                    <a:bodyPr/>
                    <a:lstStyle/>
                    <a:p>
                      <a:pPr algn="ctr" fontAlgn="b"/>
                      <a:r>
                        <a:rPr lang="ru-RU" sz="15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2017</a:t>
                      </a:r>
                      <a:endParaRPr lang="ru-RU" sz="15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5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511</a:t>
                      </a:r>
                      <a:endParaRPr lang="ru-RU" sz="15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5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54%</a:t>
                      </a:r>
                      <a:endParaRPr lang="ru-RU" sz="15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5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511</a:t>
                      </a:r>
                      <a:endParaRPr lang="ru-RU" sz="15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5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12%</a:t>
                      </a:r>
                      <a:endParaRPr lang="ru-RU" sz="15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9243772"/>
                  </a:ext>
                </a:extLst>
              </a:tr>
              <a:tr h="375397">
                <a:tc>
                  <a:txBody>
                    <a:bodyPr/>
                    <a:lstStyle/>
                    <a:p>
                      <a:pPr algn="ctr" fontAlgn="b"/>
                      <a:r>
                        <a:rPr lang="ru-RU" sz="15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2018</a:t>
                      </a:r>
                      <a:endParaRPr lang="ru-RU" sz="15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5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509</a:t>
                      </a:r>
                      <a:endParaRPr lang="ru-RU" sz="15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5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55%</a:t>
                      </a:r>
                      <a:endParaRPr lang="ru-RU" sz="15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5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509</a:t>
                      </a:r>
                      <a:endParaRPr lang="ru-RU" sz="15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5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13%</a:t>
                      </a:r>
                      <a:endParaRPr lang="ru-RU" sz="15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3826115"/>
                  </a:ext>
                </a:extLst>
              </a:tr>
              <a:tr h="375397">
                <a:tc>
                  <a:txBody>
                    <a:bodyPr/>
                    <a:lstStyle/>
                    <a:p>
                      <a:pPr algn="ctr" fontAlgn="b"/>
                      <a:r>
                        <a:rPr lang="ru-RU" sz="15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2019</a:t>
                      </a:r>
                      <a:endParaRPr lang="ru-RU" sz="15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5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534</a:t>
                      </a:r>
                      <a:endParaRPr lang="ru-RU" sz="15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5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53%</a:t>
                      </a:r>
                      <a:endParaRPr lang="ru-RU" sz="15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5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534</a:t>
                      </a:r>
                      <a:endParaRPr lang="ru-RU" sz="15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5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21%</a:t>
                      </a:r>
                      <a:endParaRPr lang="ru-RU" sz="15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2679715"/>
                  </a:ext>
                </a:extLst>
              </a:tr>
              <a:tr h="375397">
                <a:tc>
                  <a:txBody>
                    <a:bodyPr/>
                    <a:lstStyle/>
                    <a:p>
                      <a:pPr algn="ctr" fontAlgn="b"/>
                      <a:r>
                        <a:rPr lang="ru-RU" sz="15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2020</a:t>
                      </a:r>
                      <a:endParaRPr lang="ru-RU" sz="15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5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545</a:t>
                      </a:r>
                      <a:endParaRPr lang="ru-RU" sz="15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5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57%</a:t>
                      </a:r>
                      <a:endParaRPr lang="ru-RU" sz="15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5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545</a:t>
                      </a:r>
                      <a:endParaRPr lang="ru-RU" sz="15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5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22%</a:t>
                      </a:r>
                      <a:endParaRPr lang="ru-RU" sz="15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37251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35725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Визуальные элементы</a:t>
            </a:r>
          </a:p>
        </p:txBody>
      </p:sp>
    </p:spTree>
    <p:extLst>
      <p:ext uri="{BB962C8B-B14F-4D97-AF65-F5344CB8AC3E}">
        <p14:creationId xmlns:p14="http://schemas.microsoft.com/office/powerpoint/2010/main" val="40281563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4ED1E18-4188-428D-BA57-879CAB144C8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7979" y="2340483"/>
            <a:ext cx="654673" cy="654981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F7338FB-6EC1-43C9-841D-67B68F95C0A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7459" y="1585197"/>
            <a:ext cx="654673" cy="65467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57C7B13-4CB4-4F83-A321-F732CF0B5E65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3098" y="3192771"/>
            <a:ext cx="304798" cy="304798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15716B7-D913-440F-9385-8AAEE0770D1F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3098" y="3655571"/>
            <a:ext cx="304798" cy="304798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70172F8-4E08-4A45-8C48-A7B10FD1A937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80535" y="3167087"/>
            <a:ext cx="1080000" cy="108000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F44AEF3F-79F0-4B06-9730-32B5809AB9CC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00979" y="3167087"/>
            <a:ext cx="1080000" cy="108000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CA7D6446-778B-4EF7-B15D-0606A90364AC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80535" y="2236825"/>
            <a:ext cx="1080000" cy="1080000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B0B2247C-AFE9-409C-8BA0-935C0590351A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94010" y="1341716"/>
            <a:ext cx="1080000" cy="1080000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07AB2AA5-FF2B-42EC-B165-5B6C300F6F36}"/>
              </a:ext>
            </a:extLst>
          </p:cNvPr>
          <p:cNvPicPr>
            <a:picLocks noChangeAspect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94010" y="2236825"/>
            <a:ext cx="1080000" cy="1080000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5EABE44E-1DFD-4DA4-8372-A1DE995CC33C}"/>
              </a:ext>
            </a:extLst>
          </p:cNvPr>
          <p:cNvPicPr>
            <a:picLocks noChangeAspect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80535" y="1341716"/>
            <a:ext cx="1080000" cy="10800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1778869-82A7-4F76-BB9D-E6A6B5F1739D}"/>
              </a:ext>
            </a:extLst>
          </p:cNvPr>
          <p:cNvPicPr>
            <a:picLocks noChangeAspect="1"/>
          </p:cNvPicPr>
          <p:nvPr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00979" y="1341716"/>
            <a:ext cx="1080000" cy="1080000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169301B5-8E74-4169-8344-5E98E9DE391A}"/>
              </a:ext>
            </a:extLst>
          </p:cNvPr>
          <p:cNvPicPr>
            <a:picLocks noChangeAspect="1"/>
          </p:cNvPicPr>
          <p:nvPr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94010" y="3167087"/>
            <a:ext cx="1080000" cy="1080000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5BF084EC-0E42-4042-877D-D8632002F274}"/>
              </a:ext>
            </a:extLst>
          </p:cNvPr>
          <p:cNvPicPr>
            <a:picLocks noChangeAspect="1"/>
          </p:cNvPicPr>
          <p:nvPr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00979" y="2236825"/>
            <a:ext cx="1080000" cy="1080000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A64E43F2-99A0-406E-B12B-5ACCAFBCF275}"/>
              </a:ext>
            </a:extLst>
          </p:cNvPr>
          <p:cNvPicPr>
            <a:picLocks noChangeAspect="1"/>
          </p:cNvPicPr>
          <p:nvPr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3098" y="4118371"/>
            <a:ext cx="304798" cy="304798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CCC10A20-9C79-4D26-8096-B53AA7B96C74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22338" y="3402328"/>
            <a:ext cx="520685" cy="520685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0BFCC31D-1CFF-48FC-AF07-A9D1AFC9B170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22338" y="4027386"/>
            <a:ext cx="520685" cy="520685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5E2369CB-76D7-4170-8657-DDA0F969100C}"/>
              </a:ext>
            </a:extLst>
          </p:cNvPr>
          <p:cNvPicPr>
            <a:picLocks noChangeAspect="1"/>
          </p:cNvPicPr>
          <p:nvPr/>
        </p:nvPicPr>
        <p:blipFill>
          <a:blip r:embed="rId1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25228" y="1544497"/>
            <a:ext cx="514905" cy="514905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3F11BC5A-2385-48BC-A467-6DD14B0CB3E1}"/>
              </a:ext>
            </a:extLst>
          </p:cNvPr>
          <p:cNvPicPr>
            <a:picLocks noChangeAspect="1"/>
          </p:cNvPicPr>
          <p:nvPr/>
        </p:nvPicPr>
        <p:blipFill>
          <a:blip r:embed="rId1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25228" y="2163774"/>
            <a:ext cx="514905" cy="514905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0AB86381-6115-40F7-A589-B65A66FB30A1}"/>
              </a:ext>
            </a:extLst>
          </p:cNvPr>
          <p:cNvPicPr>
            <a:picLocks noChangeAspect="1"/>
          </p:cNvPicPr>
          <p:nvPr/>
        </p:nvPicPr>
        <p:blipFill>
          <a:blip r:embed="rId2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25228" y="2783051"/>
            <a:ext cx="514905" cy="514905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2A1A60AB-3C7D-4A13-A967-09F1315069D7}"/>
              </a:ext>
            </a:extLst>
          </p:cNvPr>
          <p:cNvPicPr>
            <a:picLocks noChangeAspect="1"/>
          </p:cNvPicPr>
          <p:nvPr/>
        </p:nvPicPr>
        <p:blipFill>
          <a:blip r:embed="rId2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72224" y="2787313"/>
            <a:ext cx="514905" cy="514905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95ABEC64-48EF-4867-8533-9F19C0091C3B}"/>
              </a:ext>
            </a:extLst>
          </p:cNvPr>
          <p:cNvPicPr>
            <a:picLocks noChangeAspect="1"/>
          </p:cNvPicPr>
          <p:nvPr/>
        </p:nvPicPr>
        <p:blipFill>
          <a:blip r:embed="rId2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72224" y="4033166"/>
            <a:ext cx="514905" cy="514905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0BAED3E6-45DF-470B-BB18-226F008AFD89}"/>
              </a:ext>
            </a:extLst>
          </p:cNvPr>
          <p:cNvPicPr>
            <a:picLocks noChangeAspect="1"/>
          </p:cNvPicPr>
          <p:nvPr/>
        </p:nvPicPr>
        <p:blipFill>
          <a:blip r:embed="rId2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72224" y="2163774"/>
            <a:ext cx="514905" cy="514905"/>
          </a:xfrm>
          <a:prstGeom prst="rect">
            <a:avLst/>
          </a:prstGeom>
        </p:spPr>
      </p:pic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0033259E-7062-4593-8AE2-EC684C79D358}"/>
              </a:ext>
            </a:extLst>
          </p:cNvPr>
          <p:cNvPicPr>
            <a:picLocks noChangeAspect="1"/>
          </p:cNvPicPr>
          <p:nvPr/>
        </p:nvPicPr>
        <p:blipFill>
          <a:blip r:embed="rId2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72224" y="3400714"/>
            <a:ext cx="514905" cy="514905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BCD22DC1-1718-456B-B8F7-8B182690EB88}"/>
              </a:ext>
            </a:extLst>
          </p:cNvPr>
          <p:cNvPicPr>
            <a:picLocks noChangeAspect="1"/>
          </p:cNvPicPr>
          <p:nvPr/>
        </p:nvPicPr>
        <p:blipFill>
          <a:blip r:embed="rId2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72224" y="1531322"/>
            <a:ext cx="514905" cy="514905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1620D455-C314-4F8F-9C36-C5D542773881}"/>
              </a:ext>
            </a:extLst>
          </p:cNvPr>
          <p:cNvPicPr>
            <a:picLocks noChangeAspect="1"/>
          </p:cNvPicPr>
          <p:nvPr/>
        </p:nvPicPr>
        <p:blipFill>
          <a:blip r:embed="rId2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15298" y="4984923"/>
            <a:ext cx="1080000" cy="1080000"/>
          </a:xfrm>
          <a:prstGeom prst="rect">
            <a:avLst/>
          </a:prstGeom>
        </p:spPr>
      </p:pic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F1FAE9F8-2603-4EC0-A7DD-C95FF4FFCB41}"/>
              </a:ext>
            </a:extLst>
          </p:cNvPr>
          <p:cNvPicPr>
            <a:picLocks noChangeAspect="1"/>
          </p:cNvPicPr>
          <p:nvPr/>
        </p:nvPicPr>
        <p:blipFill>
          <a:blip r:embed="rId2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65980" y="1341716"/>
            <a:ext cx="1080000" cy="1080000"/>
          </a:xfrm>
          <a:prstGeom prst="rect">
            <a:avLst/>
          </a:prstGeom>
        </p:spPr>
      </p:pic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148679DA-8B53-4450-861E-E65ACAAFD05D}"/>
              </a:ext>
            </a:extLst>
          </p:cNvPr>
          <p:cNvPicPr>
            <a:picLocks noChangeAspect="1"/>
          </p:cNvPicPr>
          <p:nvPr/>
        </p:nvPicPr>
        <p:blipFill>
          <a:blip r:embed="rId2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44593" y="4111718"/>
            <a:ext cx="1029417" cy="1029417"/>
          </a:xfrm>
          <a:prstGeom prst="rect">
            <a:avLst/>
          </a:prstGeom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469BC2B9-AADE-4386-8F9B-753C63D59C8F}"/>
              </a:ext>
            </a:extLst>
          </p:cNvPr>
          <p:cNvPicPr>
            <a:picLocks noChangeAspect="1"/>
          </p:cNvPicPr>
          <p:nvPr/>
        </p:nvPicPr>
        <p:blipFill>
          <a:blip r:embed="rId2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07710" y="4980071"/>
            <a:ext cx="1080000" cy="1080000"/>
          </a:xfrm>
          <a:prstGeom prst="rect">
            <a:avLst/>
          </a:prstGeom>
        </p:spPr>
      </p:pic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DE5BE151-F7FA-42C5-B684-FD37580C9BD9}"/>
              </a:ext>
            </a:extLst>
          </p:cNvPr>
          <p:cNvPicPr>
            <a:picLocks noChangeAspect="1"/>
          </p:cNvPicPr>
          <p:nvPr/>
        </p:nvPicPr>
        <p:blipFill>
          <a:blip r:embed="rId3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36348" y="5139988"/>
            <a:ext cx="809262" cy="809262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267054E0-0130-41EA-87F8-484FD203AE17}"/>
              </a:ext>
            </a:extLst>
          </p:cNvPr>
          <p:cNvPicPr>
            <a:picLocks noChangeAspect="1"/>
          </p:cNvPicPr>
          <p:nvPr/>
        </p:nvPicPr>
        <p:blipFill>
          <a:blip r:embed="rId3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02359" y="2372194"/>
            <a:ext cx="807243" cy="809262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C58AA94F-6671-48B5-A50D-FE5AF6DA2FFE}"/>
              </a:ext>
            </a:extLst>
          </p:cNvPr>
          <p:cNvPicPr>
            <a:picLocks noChangeAspect="1"/>
          </p:cNvPicPr>
          <p:nvPr/>
        </p:nvPicPr>
        <p:blipFill>
          <a:blip r:embed="rId3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61942" y="5139988"/>
            <a:ext cx="762535" cy="760634"/>
          </a:xfrm>
          <a:prstGeom prst="rect">
            <a:avLst/>
          </a:prstGeom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F8891EDE-3E88-4FC7-84E3-E42B38CBCA6F}"/>
              </a:ext>
            </a:extLst>
          </p:cNvPr>
          <p:cNvPicPr>
            <a:picLocks noChangeAspect="1"/>
          </p:cNvPicPr>
          <p:nvPr/>
        </p:nvPicPr>
        <p:blipFill>
          <a:blip r:embed="rId3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01349" y="3302456"/>
            <a:ext cx="809262" cy="809262"/>
          </a:xfrm>
          <a:prstGeom prst="rect">
            <a:avLst/>
          </a:prstGeom>
        </p:spPr>
      </p:pic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684897A6-31D5-4044-9E27-B50FCA9B3083}"/>
              </a:ext>
            </a:extLst>
          </p:cNvPr>
          <p:cNvPicPr>
            <a:picLocks noChangeAspect="1"/>
          </p:cNvPicPr>
          <p:nvPr/>
        </p:nvPicPr>
        <p:blipFill>
          <a:blip r:embed="rId3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73248" y="4211934"/>
            <a:ext cx="762535" cy="762535"/>
          </a:xfrm>
          <a:prstGeom prst="rect">
            <a:avLst/>
          </a:prstGeom>
        </p:spPr>
      </p:pic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62250970-DE04-44D2-BC41-CBD99A8EB6B3}"/>
              </a:ext>
            </a:extLst>
          </p:cNvPr>
          <p:cNvPicPr>
            <a:picLocks noChangeAspect="1"/>
          </p:cNvPicPr>
          <p:nvPr/>
        </p:nvPicPr>
        <p:blipFill>
          <a:blip r:embed="rId3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70524" y="1453047"/>
            <a:ext cx="1011938" cy="969266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AB99587B-7A41-4D7F-AD47-7AE730F58E11}"/>
              </a:ext>
            </a:extLst>
          </p:cNvPr>
          <p:cNvPicPr>
            <a:picLocks noChangeAspect="1"/>
          </p:cNvPicPr>
          <p:nvPr/>
        </p:nvPicPr>
        <p:blipFill>
          <a:blip r:embed="rId3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70524" y="2292192"/>
            <a:ext cx="1011938" cy="969266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C90E9E7A-E6C0-40BA-83F5-4E103D795385}"/>
              </a:ext>
            </a:extLst>
          </p:cNvPr>
          <p:cNvPicPr>
            <a:picLocks noChangeAspect="1"/>
          </p:cNvPicPr>
          <p:nvPr/>
        </p:nvPicPr>
        <p:blipFill>
          <a:blip r:embed="rId3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70524" y="3131337"/>
            <a:ext cx="1011938" cy="969266"/>
          </a:xfrm>
          <a:prstGeom prst="rect">
            <a:avLst/>
          </a:prstGeom>
        </p:spPr>
      </p:pic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F1E211B3-8FB1-4488-8C89-1FA9185CF42E}"/>
              </a:ext>
            </a:extLst>
          </p:cNvPr>
          <p:cNvPicPr>
            <a:picLocks noChangeAspect="1"/>
          </p:cNvPicPr>
          <p:nvPr/>
        </p:nvPicPr>
        <p:blipFill>
          <a:blip r:embed="rId3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70524" y="3970482"/>
            <a:ext cx="1011938" cy="969266"/>
          </a:xfrm>
          <a:prstGeom prst="rect">
            <a:avLst/>
          </a:prstGeom>
        </p:spPr>
      </p:pic>
      <p:pic>
        <p:nvPicPr>
          <p:cNvPr id="42" name="Рисунок 41">
            <a:extLst>
              <a:ext uri="{FF2B5EF4-FFF2-40B4-BE49-F238E27FC236}">
                <a16:creationId xmlns:a16="http://schemas.microsoft.com/office/drawing/2014/main" id="{D31E5850-D48F-4835-BF9D-2E66F84017F1}"/>
              </a:ext>
            </a:extLst>
          </p:cNvPr>
          <p:cNvPicPr>
            <a:picLocks noChangeAspect="1"/>
          </p:cNvPicPr>
          <p:nvPr/>
        </p:nvPicPr>
        <p:blipFill>
          <a:blip r:embed="rId3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70524" y="4809626"/>
            <a:ext cx="1011938" cy="969266"/>
          </a:xfrm>
          <a:prstGeom prst="rect">
            <a:avLst/>
          </a:prstGeom>
        </p:spPr>
      </p:pic>
      <p:pic>
        <p:nvPicPr>
          <p:cNvPr id="43" name="Рисунок 42">
            <a:extLst>
              <a:ext uri="{FF2B5EF4-FFF2-40B4-BE49-F238E27FC236}">
                <a16:creationId xmlns:a16="http://schemas.microsoft.com/office/drawing/2014/main" id="{FA1F55A4-CE54-4230-973E-02662D6A9A6D}"/>
              </a:ext>
            </a:extLst>
          </p:cNvPr>
          <p:cNvPicPr>
            <a:picLocks noChangeAspect="1"/>
          </p:cNvPicPr>
          <p:nvPr/>
        </p:nvPicPr>
        <p:blipFill>
          <a:blip r:embed="rId4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36296" y="4197565"/>
            <a:ext cx="782506" cy="782506"/>
          </a:xfrm>
          <a:prstGeom prst="rect">
            <a:avLst/>
          </a:prstGeom>
        </p:spPr>
      </p:pic>
      <p:pic>
        <p:nvPicPr>
          <p:cNvPr id="44" name="Рисунок 43">
            <a:extLst>
              <a:ext uri="{FF2B5EF4-FFF2-40B4-BE49-F238E27FC236}">
                <a16:creationId xmlns:a16="http://schemas.microsoft.com/office/drawing/2014/main" id="{F3DFC3A9-94C2-4FC5-97B8-3DA262DBC629}"/>
              </a:ext>
            </a:extLst>
          </p:cNvPr>
          <p:cNvPicPr>
            <a:picLocks noChangeAspect="1"/>
          </p:cNvPicPr>
          <p:nvPr/>
        </p:nvPicPr>
        <p:blipFill>
          <a:blip r:embed="rId4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49443" y="4197565"/>
            <a:ext cx="782506" cy="782975"/>
          </a:xfrm>
          <a:prstGeom prst="rect">
            <a:avLst/>
          </a:prstGeom>
        </p:spPr>
      </p:pic>
      <p:sp>
        <p:nvSpPr>
          <p:cNvPr id="45" name="Заголовок 6">
            <a:extLst>
              <a:ext uri="{FF2B5EF4-FFF2-40B4-BE49-F238E27FC236}">
                <a16:creationId xmlns:a16="http://schemas.microsoft.com/office/drawing/2014/main" id="{49A39F38-DC8E-42C4-A38C-2F23D8F587EF}"/>
              </a:ext>
            </a:extLst>
          </p:cNvPr>
          <p:cNvSpPr txBox="1">
            <a:spLocks/>
          </p:cNvSpPr>
          <p:nvPr/>
        </p:nvSpPr>
        <p:spPr>
          <a:xfrm>
            <a:off x="755651" y="581787"/>
            <a:ext cx="7596188" cy="489381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j-cs"/>
              </a:defRPr>
            </a:lvl1pPr>
          </a:lstStyle>
          <a:p>
            <a:r>
              <a:rPr lang="ru-RU" dirty="0"/>
              <a:t>Иконки</a:t>
            </a:r>
          </a:p>
        </p:txBody>
      </p:sp>
    </p:spTree>
    <p:extLst>
      <p:ext uri="{BB962C8B-B14F-4D97-AF65-F5344CB8AC3E}">
        <p14:creationId xmlns:p14="http://schemas.microsoft.com/office/powerpoint/2010/main" val="35521202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D:\лена раб\Форус и прочее\Корпрынок Дизайн\для презы\8\4-57.png">
            <a:extLst>
              <a:ext uri="{FF2B5EF4-FFF2-40B4-BE49-F238E27FC236}">
                <a16:creationId xmlns:a16="http://schemas.microsoft.com/office/drawing/2014/main" id="{80F75988-34B1-4DA6-80BB-8A32E50644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648889" y="1483083"/>
            <a:ext cx="893735" cy="857256"/>
          </a:xfrm>
          <a:prstGeom prst="rect">
            <a:avLst/>
          </a:prstGeom>
          <a:noFill/>
        </p:spPr>
      </p:pic>
      <p:pic>
        <p:nvPicPr>
          <p:cNvPr id="3" name="Picture 3" descr="D:\лена раб\Форус и прочее\Корпрынок Дизайн\для презы\8\4-58.png">
            <a:extLst>
              <a:ext uri="{FF2B5EF4-FFF2-40B4-BE49-F238E27FC236}">
                <a16:creationId xmlns:a16="http://schemas.microsoft.com/office/drawing/2014/main" id="{C7EEA86A-3E52-4C4F-B270-F8C2981FEC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613434" y="1483083"/>
            <a:ext cx="893735" cy="857256"/>
          </a:xfrm>
          <a:prstGeom prst="rect">
            <a:avLst/>
          </a:prstGeom>
          <a:noFill/>
        </p:spPr>
      </p:pic>
      <p:pic>
        <p:nvPicPr>
          <p:cNvPr id="4" name="Picture 4" descr="D:\лена раб\Форус и прочее\Корпрынок Дизайн\для презы\8\4-59.png">
            <a:extLst>
              <a:ext uri="{FF2B5EF4-FFF2-40B4-BE49-F238E27FC236}">
                <a16:creationId xmlns:a16="http://schemas.microsoft.com/office/drawing/2014/main" id="{741C6267-6A19-4CD2-9CAD-0F07DF23BD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327946" y="1483083"/>
            <a:ext cx="893735" cy="857256"/>
          </a:xfrm>
          <a:prstGeom prst="rect">
            <a:avLst/>
          </a:prstGeom>
          <a:noFill/>
        </p:spPr>
      </p:pic>
      <p:pic>
        <p:nvPicPr>
          <p:cNvPr id="5" name="Picture 5" descr="D:\лена раб\Форус и прочее\Корпрынок Дизайн\для презы\8\4-60.png">
            <a:extLst>
              <a:ext uri="{FF2B5EF4-FFF2-40B4-BE49-F238E27FC236}">
                <a16:creationId xmlns:a16="http://schemas.microsoft.com/office/drawing/2014/main" id="{F3F1E744-908E-4D34-9EAB-6A0931CCF8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49021" y="1483083"/>
            <a:ext cx="893735" cy="857256"/>
          </a:xfrm>
          <a:prstGeom prst="rect">
            <a:avLst/>
          </a:prstGeom>
          <a:noFill/>
        </p:spPr>
      </p:pic>
      <p:pic>
        <p:nvPicPr>
          <p:cNvPr id="6" name="Picture 6" descr="D:\лена раб\Форус и прочее\Корпрынок Дизайн\для презы\8\4-61.png">
            <a:extLst>
              <a:ext uri="{FF2B5EF4-FFF2-40B4-BE49-F238E27FC236}">
                <a16:creationId xmlns:a16="http://schemas.microsoft.com/office/drawing/2014/main" id="{9876C33A-86FD-4E97-8992-F3EC599D0B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327946" y="2341956"/>
            <a:ext cx="893735" cy="857256"/>
          </a:xfrm>
          <a:prstGeom prst="rect">
            <a:avLst/>
          </a:prstGeom>
          <a:noFill/>
        </p:spPr>
      </p:pic>
      <p:pic>
        <p:nvPicPr>
          <p:cNvPr id="7" name="Picture 7" descr="D:\лена раб\Форус и прочее\Корпрынок Дизайн\для презы\8\4-62.png">
            <a:extLst>
              <a:ext uri="{FF2B5EF4-FFF2-40B4-BE49-F238E27FC236}">
                <a16:creationId xmlns:a16="http://schemas.microsoft.com/office/drawing/2014/main" id="{9CDB9E25-70FF-435B-8316-C31EF17FDA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434971" y="1483083"/>
            <a:ext cx="893735" cy="857256"/>
          </a:xfrm>
          <a:prstGeom prst="rect">
            <a:avLst/>
          </a:prstGeom>
          <a:noFill/>
        </p:spPr>
      </p:pic>
      <p:pic>
        <p:nvPicPr>
          <p:cNvPr id="8" name="Picture 8" descr="D:\лена раб\Форус и прочее\Корпрынок Дизайн\для презы\8\4-47.png">
            <a:extLst>
              <a:ext uri="{FF2B5EF4-FFF2-40B4-BE49-F238E27FC236}">
                <a16:creationId xmlns:a16="http://schemas.microsoft.com/office/drawing/2014/main" id="{3DD6379C-9F43-4D0C-BBE4-1DEA82B83E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434971" y="2341956"/>
            <a:ext cx="893735" cy="857256"/>
          </a:xfrm>
          <a:prstGeom prst="rect">
            <a:avLst/>
          </a:prstGeom>
          <a:noFill/>
        </p:spPr>
      </p:pic>
      <p:pic>
        <p:nvPicPr>
          <p:cNvPr id="9" name="Picture 9" descr="D:\лена раб\Форус и прочее\Корпрынок Дизайн\для презы\8\4-48.png">
            <a:extLst>
              <a:ext uri="{FF2B5EF4-FFF2-40B4-BE49-F238E27FC236}">
                <a16:creationId xmlns:a16="http://schemas.microsoft.com/office/drawing/2014/main" id="{0C09D428-C0EA-4845-8F14-24DEF655A9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613434" y="2341956"/>
            <a:ext cx="893735" cy="857256"/>
          </a:xfrm>
          <a:prstGeom prst="rect">
            <a:avLst/>
          </a:prstGeom>
          <a:noFill/>
        </p:spPr>
      </p:pic>
      <p:pic>
        <p:nvPicPr>
          <p:cNvPr id="10" name="Picture 10" descr="D:\лена раб\Форус и прочее\Корпрынок Дизайн\для презы\8\4-49.png">
            <a:extLst>
              <a:ext uri="{FF2B5EF4-FFF2-40B4-BE49-F238E27FC236}">
                <a16:creationId xmlns:a16="http://schemas.microsoft.com/office/drawing/2014/main" id="{4118DAD9-31FD-478C-A9B7-F4220786E0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648889" y="2341956"/>
            <a:ext cx="893735" cy="857256"/>
          </a:xfrm>
          <a:prstGeom prst="rect">
            <a:avLst/>
          </a:prstGeom>
          <a:noFill/>
        </p:spPr>
      </p:pic>
      <p:pic>
        <p:nvPicPr>
          <p:cNvPr id="11" name="Picture 11" descr="D:\лена раб\Форус и прочее\Корпрынок Дизайн\для презы\8\4-50.png">
            <a:extLst>
              <a:ext uri="{FF2B5EF4-FFF2-40B4-BE49-F238E27FC236}">
                <a16:creationId xmlns:a16="http://schemas.microsoft.com/office/drawing/2014/main" id="{7A5E4587-CC98-4FFF-861D-81A6AAF614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49021" y="2341956"/>
            <a:ext cx="893735" cy="857256"/>
          </a:xfrm>
          <a:prstGeom prst="rect">
            <a:avLst/>
          </a:prstGeom>
          <a:noFill/>
        </p:spPr>
      </p:pic>
      <p:pic>
        <p:nvPicPr>
          <p:cNvPr id="12" name="Picture 12" descr="D:\лена раб\Форус и прочее\Корпрынок Дизайн\для презы\8\4-51.png">
            <a:extLst>
              <a:ext uri="{FF2B5EF4-FFF2-40B4-BE49-F238E27FC236}">
                <a16:creationId xmlns:a16="http://schemas.microsoft.com/office/drawing/2014/main" id="{013F6961-7648-4EB8-BD3F-F165327C05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648757" y="2341956"/>
            <a:ext cx="893735" cy="857256"/>
          </a:xfrm>
          <a:prstGeom prst="rect">
            <a:avLst/>
          </a:prstGeom>
          <a:noFill/>
        </p:spPr>
      </p:pic>
      <p:pic>
        <p:nvPicPr>
          <p:cNvPr id="13" name="Picture 13" descr="D:\лена раб\Форус и прочее\Корпрынок Дизайн\для презы\8\4-52.png">
            <a:extLst>
              <a:ext uri="{FF2B5EF4-FFF2-40B4-BE49-F238E27FC236}">
                <a16:creationId xmlns:a16="http://schemas.microsoft.com/office/drawing/2014/main" id="{9DF3A256-5CE5-4B68-A5C4-37959FDC4B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684344" y="2341956"/>
            <a:ext cx="893735" cy="857256"/>
          </a:xfrm>
          <a:prstGeom prst="rect">
            <a:avLst/>
          </a:prstGeom>
          <a:noFill/>
        </p:spPr>
      </p:pic>
      <p:pic>
        <p:nvPicPr>
          <p:cNvPr id="14" name="Picture 14" descr="D:\лена раб\Форус и прочее\Корпрынок Дизайн\для презы\8\4-53.png">
            <a:extLst>
              <a:ext uri="{FF2B5EF4-FFF2-40B4-BE49-F238E27FC236}">
                <a16:creationId xmlns:a16="http://schemas.microsoft.com/office/drawing/2014/main" id="{1C36C38C-2FE3-4CE4-8EBE-2998602BD8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55650" y="2341956"/>
            <a:ext cx="893735" cy="857256"/>
          </a:xfrm>
          <a:prstGeom prst="rect">
            <a:avLst/>
          </a:prstGeom>
          <a:noFill/>
        </p:spPr>
      </p:pic>
      <p:pic>
        <p:nvPicPr>
          <p:cNvPr id="15" name="Picture 15" descr="D:\лена раб\Форус и прочее\Корпрынок Дизайн\для презы\8\4-54.png">
            <a:extLst>
              <a:ext uri="{FF2B5EF4-FFF2-40B4-BE49-F238E27FC236}">
                <a16:creationId xmlns:a16="http://schemas.microsoft.com/office/drawing/2014/main" id="{868E075B-7613-47EC-A904-76F92717DC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648757" y="1483083"/>
            <a:ext cx="893735" cy="857256"/>
          </a:xfrm>
          <a:prstGeom prst="rect">
            <a:avLst/>
          </a:prstGeom>
          <a:noFill/>
        </p:spPr>
      </p:pic>
      <p:pic>
        <p:nvPicPr>
          <p:cNvPr id="16" name="Picture 16" descr="D:\лена раб\Форус и прочее\Корпрынок Дизайн\для презы\8\4-55.png">
            <a:extLst>
              <a:ext uri="{FF2B5EF4-FFF2-40B4-BE49-F238E27FC236}">
                <a16:creationId xmlns:a16="http://schemas.microsoft.com/office/drawing/2014/main" id="{686176BE-F2A5-4E5F-AAB2-EB3113BE45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684344" y="1483083"/>
            <a:ext cx="893735" cy="857256"/>
          </a:xfrm>
          <a:prstGeom prst="rect">
            <a:avLst/>
          </a:prstGeom>
          <a:noFill/>
        </p:spPr>
      </p:pic>
      <p:pic>
        <p:nvPicPr>
          <p:cNvPr id="17" name="Picture 17" descr="D:\лена раб\Форус и прочее\Корпрынок Дизайн\для презы\8\4-56.png">
            <a:extLst>
              <a:ext uri="{FF2B5EF4-FFF2-40B4-BE49-F238E27FC236}">
                <a16:creationId xmlns:a16="http://schemas.microsoft.com/office/drawing/2014/main" id="{CBDE3F01-25CC-4122-AEBD-4C213096BF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55650" y="1483083"/>
            <a:ext cx="893735" cy="857256"/>
          </a:xfrm>
          <a:prstGeom prst="rect">
            <a:avLst/>
          </a:prstGeom>
          <a:noFill/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40EFC59F-9AFF-4620-B5B0-1C4B5F4EB433}"/>
              </a:ext>
            </a:extLst>
          </p:cNvPr>
          <p:cNvPicPr>
            <a:picLocks noChangeAspect="1"/>
          </p:cNvPicPr>
          <p:nvPr/>
        </p:nvPicPr>
        <p:blipFill>
          <a:blip r:embed="rId1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64339" y="4599295"/>
            <a:ext cx="565963" cy="565963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A9875977-D81F-49C0-AD44-93A125DBFB67}"/>
              </a:ext>
            </a:extLst>
          </p:cNvPr>
          <p:cNvPicPr>
            <a:picLocks noChangeAspect="1"/>
          </p:cNvPicPr>
          <p:nvPr/>
        </p:nvPicPr>
        <p:blipFill>
          <a:blip r:embed="rId1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14181" y="4634550"/>
            <a:ext cx="565963" cy="565963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3C439C50-D509-4415-A6E9-674984BC385B}"/>
              </a:ext>
            </a:extLst>
          </p:cNvPr>
          <p:cNvPicPr>
            <a:picLocks noChangeAspect="1"/>
          </p:cNvPicPr>
          <p:nvPr/>
        </p:nvPicPr>
        <p:blipFill>
          <a:blip r:embed="rId2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61049" y="3741559"/>
            <a:ext cx="565963" cy="565963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4E715F81-73B5-4ABF-9700-3B0F358116D1}"/>
              </a:ext>
            </a:extLst>
          </p:cNvPr>
          <p:cNvPicPr>
            <a:picLocks noChangeAspect="1"/>
          </p:cNvPicPr>
          <p:nvPr/>
        </p:nvPicPr>
        <p:blipFill>
          <a:blip r:embed="rId2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64656" y="4645135"/>
            <a:ext cx="565963" cy="565963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9488E3EB-3326-4E76-BD0D-B37761D10F78}"/>
              </a:ext>
            </a:extLst>
          </p:cNvPr>
          <p:cNvPicPr>
            <a:picLocks noChangeAspect="1"/>
          </p:cNvPicPr>
          <p:nvPr/>
        </p:nvPicPr>
        <p:blipFill>
          <a:blip r:embed="rId2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20400" y="3700929"/>
            <a:ext cx="565963" cy="565963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CC25FE29-C44E-4C99-A848-0286B92A32A7}"/>
              </a:ext>
            </a:extLst>
          </p:cNvPr>
          <p:cNvPicPr>
            <a:picLocks noChangeAspect="1"/>
          </p:cNvPicPr>
          <p:nvPr/>
        </p:nvPicPr>
        <p:blipFill>
          <a:blip r:embed="rId2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14497" y="4603566"/>
            <a:ext cx="565963" cy="565963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B97BFFAA-4BEE-4CFF-809C-D35810702D40}"/>
              </a:ext>
            </a:extLst>
          </p:cNvPr>
          <p:cNvPicPr>
            <a:picLocks noChangeAspect="1"/>
          </p:cNvPicPr>
          <p:nvPr/>
        </p:nvPicPr>
        <p:blipFill>
          <a:blip r:embed="rId2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9102" y="4579901"/>
            <a:ext cx="565963" cy="565963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A757CF3D-5924-4249-B443-CB43463B3723}"/>
              </a:ext>
            </a:extLst>
          </p:cNvPr>
          <p:cNvPicPr>
            <a:picLocks noChangeAspect="1"/>
          </p:cNvPicPr>
          <p:nvPr/>
        </p:nvPicPr>
        <p:blipFill>
          <a:blip r:embed="rId2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9102" y="3765501"/>
            <a:ext cx="565963" cy="565963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E0DB3412-B02D-42CD-9A0E-63E6E6A7CF8C}"/>
              </a:ext>
            </a:extLst>
          </p:cNvPr>
          <p:cNvPicPr>
            <a:picLocks noChangeAspect="1"/>
          </p:cNvPicPr>
          <p:nvPr/>
        </p:nvPicPr>
        <p:blipFill>
          <a:blip r:embed="rId2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01697" y="3750344"/>
            <a:ext cx="565963" cy="565963"/>
          </a:xfrm>
          <a:prstGeom prst="rect">
            <a:avLst/>
          </a:prstGeom>
        </p:spPr>
      </p:pic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7747C719-182B-4388-A20B-F774054BF05F}"/>
              </a:ext>
            </a:extLst>
          </p:cNvPr>
          <p:cNvPicPr>
            <a:picLocks noChangeAspect="1"/>
          </p:cNvPicPr>
          <p:nvPr/>
        </p:nvPicPr>
        <p:blipFill>
          <a:blip r:embed="rId2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89576" y="4580562"/>
            <a:ext cx="565963" cy="565963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C6FA1B66-D738-4341-9F6D-747641EA61F6}"/>
              </a:ext>
            </a:extLst>
          </p:cNvPr>
          <p:cNvPicPr>
            <a:picLocks noChangeAspect="1"/>
          </p:cNvPicPr>
          <p:nvPr/>
        </p:nvPicPr>
        <p:blipFill>
          <a:blip r:embed="rId2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79751" y="3700930"/>
            <a:ext cx="565963" cy="565963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F4F1E5AE-C468-49F2-82A4-4DDDDC51F03C}"/>
              </a:ext>
            </a:extLst>
          </p:cNvPr>
          <p:cNvPicPr>
            <a:picLocks noChangeAspect="1"/>
          </p:cNvPicPr>
          <p:nvPr/>
        </p:nvPicPr>
        <p:blipFill>
          <a:blip r:embed="rId2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89260" y="4634550"/>
            <a:ext cx="565963" cy="565963"/>
          </a:xfrm>
          <a:prstGeom prst="rect">
            <a:avLst/>
          </a:prstGeom>
        </p:spPr>
      </p:pic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5ADC7D6C-9FB8-4788-B8A2-593374F989E2}"/>
              </a:ext>
            </a:extLst>
          </p:cNvPr>
          <p:cNvPicPr>
            <a:picLocks noChangeAspect="1"/>
          </p:cNvPicPr>
          <p:nvPr/>
        </p:nvPicPr>
        <p:blipFill>
          <a:blip r:embed="rId3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39418" y="4634550"/>
            <a:ext cx="565963" cy="565963"/>
          </a:xfrm>
          <a:prstGeom prst="rect">
            <a:avLst/>
          </a:prstGeom>
        </p:spPr>
      </p:pic>
      <p:sp>
        <p:nvSpPr>
          <p:cNvPr id="31" name="Заголовок 6">
            <a:extLst>
              <a:ext uri="{FF2B5EF4-FFF2-40B4-BE49-F238E27FC236}">
                <a16:creationId xmlns:a16="http://schemas.microsoft.com/office/drawing/2014/main" id="{4C0DEB2E-F480-4949-AAC8-217A713670CA}"/>
              </a:ext>
            </a:extLst>
          </p:cNvPr>
          <p:cNvSpPr txBox="1">
            <a:spLocks/>
          </p:cNvSpPr>
          <p:nvPr/>
        </p:nvSpPr>
        <p:spPr>
          <a:xfrm>
            <a:off x="755650" y="565183"/>
            <a:ext cx="7596188" cy="489381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j-cs"/>
              </a:defRPr>
            </a:lvl1pPr>
          </a:lstStyle>
          <a:p>
            <a:r>
              <a:rPr lang="ru-RU" dirty="0"/>
              <a:t>Черно-белые иконки</a:t>
            </a:r>
          </a:p>
        </p:txBody>
      </p:sp>
    </p:spTree>
    <p:extLst>
      <p:ext uri="{BB962C8B-B14F-4D97-AF65-F5344CB8AC3E}">
        <p14:creationId xmlns:p14="http://schemas.microsoft.com/office/powerpoint/2010/main" val="769908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562E6BAE-25E4-44E1-BEA9-04161B72581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13298" y="1694295"/>
            <a:ext cx="2248436" cy="662772"/>
          </a:xfrm>
          <a:prstGeom prst="rect">
            <a:avLst/>
          </a:prstGeom>
        </p:spPr>
      </p:pic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AD1329A2-B599-4085-8141-0CEE438486CB}"/>
              </a:ext>
            </a:extLst>
          </p:cNvPr>
          <p:cNvSpPr txBox="1">
            <a:spLocks/>
          </p:cNvSpPr>
          <p:nvPr/>
        </p:nvSpPr>
        <p:spPr>
          <a:xfrm>
            <a:off x="5902378" y="1694295"/>
            <a:ext cx="1883451" cy="489381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Заголовок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D3A69E3-3142-47AD-92E4-586F3AACDA2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4119" y="2025898"/>
            <a:ext cx="2611101" cy="769675"/>
          </a:xfrm>
          <a:prstGeom prst="rect">
            <a:avLst/>
          </a:prstGeom>
        </p:spPr>
      </p:pic>
      <p:sp>
        <p:nvSpPr>
          <p:cNvPr id="5" name="Заголовок 2">
            <a:extLst>
              <a:ext uri="{FF2B5EF4-FFF2-40B4-BE49-F238E27FC236}">
                <a16:creationId xmlns:a16="http://schemas.microsoft.com/office/drawing/2014/main" id="{A1111436-646C-4FF6-8B2A-66E9745B8602}"/>
              </a:ext>
            </a:extLst>
          </p:cNvPr>
          <p:cNvSpPr txBox="1">
            <a:spLocks/>
          </p:cNvSpPr>
          <p:nvPr/>
        </p:nvSpPr>
        <p:spPr>
          <a:xfrm>
            <a:off x="5720517" y="2467159"/>
            <a:ext cx="2507914" cy="1709246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800" b="0" dirty="0">
                <a:latin typeface="Verdana" panose="020B0604030504040204" pitchFamily="34" charset="0"/>
                <a:ea typeface="Verdana" panose="020B0604030504040204" pitchFamily="34" charset="0"/>
              </a:rPr>
              <a:t>Для подчеркивания важной информации на слайде</a:t>
            </a:r>
          </a:p>
          <a:p>
            <a:endParaRPr lang="ru-RU" sz="1800" b="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ru-RU" sz="1800" b="0" dirty="0">
                <a:latin typeface="Verdana" panose="020B0604030504040204" pitchFamily="34" charset="0"/>
                <a:ea typeface="Verdana" panose="020B0604030504040204" pitchFamily="34" charset="0"/>
              </a:rPr>
              <a:t>Менять размер только с зажатой кнопкой </a:t>
            </a:r>
            <a:r>
              <a:rPr lang="en-US" sz="1800" b="0" dirty="0">
                <a:latin typeface="Verdana" panose="020B0604030504040204" pitchFamily="34" charset="0"/>
                <a:ea typeface="Verdana" panose="020B0604030504040204" pitchFamily="34" charset="0"/>
              </a:rPr>
              <a:t>Shift</a:t>
            </a:r>
            <a:endParaRPr lang="ru-RU" sz="1800" b="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B3A1D61-F9F0-447D-89CA-762A9D69A8B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0475" y="3288061"/>
            <a:ext cx="4282526" cy="771063"/>
          </a:xfrm>
          <a:prstGeom prst="rect">
            <a:avLst/>
          </a:prstGeom>
        </p:spPr>
      </p:pic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39F1ADC5-D67B-48FC-B754-EC29D2C27B0A}"/>
              </a:ext>
            </a:extLst>
          </p:cNvPr>
          <p:cNvSpPr txBox="1">
            <a:spLocks/>
          </p:cNvSpPr>
          <p:nvPr/>
        </p:nvSpPr>
        <p:spPr>
          <a:xfrm>
            <a:off x="755650" y="583249"/>
            <a:ext cx="7596188" cy="489381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j-cs"/>
              </a:defRPr>
            </a:lvl1pPr>
          </a:lstStyle>
          <a:p>
            <a:r>
              <a:rPr lang="ru-RU" dirty="0"/>
              <a:t>Росчерки</a:t>
            </a:r>
          </a:p>
        </p:txBody>
      </p:sp>
    </p:spTree>
    <p:extLst>
      <p:ext uri="{BB962C8B-B14F-4D97-AF65-F5344CB8AC3E}">
        <p14:creationId xmlns:p14="http://schemas.microsoft.com/office/powerpoint/2010/main" val="2832207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666A3200-3809-4CDA-AA10-4189EA989FB1}"/>
              </a:ext>
            </a:extLst>
          </p:cNvPr>
          <p:cNvSpPr txBox="1">
            <a:spLocks/>
          </p:cNvSpPr>
          <p:nvPr/>
        </p:nvSpPr>
        <p:spPr>
          <a:xfrm>
            <a:off x="755650" y="635297"/>
            <a:ext cx="7306598" cy="1105022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j-cs"/>
              </a:defRPr>
            </a:lvl1pPr>
          </a:lstStyle>
          <a:p>
            <a:r>
              <a:rPr lang="ru-RU" dirty="0"/>
              <a:t>Блоки для схем или важной информации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1FF811A2-DECD-49B6-A253-B7B832269310}"/>
              </a:ext>
            </a:extLst>
          </p:cNvPr>
          <p:cNvSpPr/>
          <p:nvPr/>
        </p:nvSpPr>
        <p:spPr>
          <a:xfrm>
            <a:off x="755650" y="2116169"/>
            <a:ext cx="1987214" cy="935715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Название</a:t>
            </a:r>
            <a:br>
              <a:rPr lang="ru-RU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блока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7BEB951B-19D1-4304-A43B-E6C6796FBD31}"/>
              </a:ext>
            </a:extLst>
          </p:cNvPr>
          <p:cNvSpPr/>
          <p:nvPr/>
        </p:nvSpPr>
        <p:spPr>
          <a:xfrm>
            <a:off x="3214773" y="2116169"/>
            <a:ext cx="1987214" cy="935715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Название</a:t>
            </a:r>
            <a:b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блока</a:t>
            </a: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16AEAB25-41F9-45AE-965E-30781A11F72F}"/>
              </a:ext>
            </a:extLst>
          </p:cNvPr>
          <p:cNvSpPr/>
          <p:nvPr/>
        </p:nvSpPr>
        <p:spPr>
          <a:xfrm>
            <a:off x="5673896" y="2116169"/>
            <a:ext cx="1987214" cy="935715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Название</a:t>
            </a:r>
            <a:br>
              <a:rPr lang="ru-RU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блока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6ECF0D5-B4B7-4871-92ED-F9D954AD640E}"/>
              </a:ext>
            </a:extLst>
          </p:cNvPr>
          <p:cNvSpPr txBox="1"/>
          <p:nvPr/>
        </p:nvSpPr>
        <p:spPr>
          <a:xfrm>
            <a:off x="1126762" y="3762521"/>
            <a:ext cx="45002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ru-RU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Выделение ключевой информации на слайде</a:t>
            </a:r>
            <a:endParaRPr lang="ru-RU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959E201-0FA9-4C05-8FC3-9829D4821754}"/>
              </a:ext>
            </a:extLst>
          </p:cNvPr>
          <p:cNvSpPr txBox="1"/>
          <p:nvPr/>
        </p:nvSpPr>
        <p:spPr>
          <a:xfrm>
            <a:off x="1593487" y="4455629"/>
            <a:ext cx="34337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ru-RU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Пункт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C9EAE74-BA27-4FCF-98D0-8D5F78319CFF}"/>
              </a:ext>
            </a:extLst>
          </p:cNvPr>
          <p:cNvSpPr txBox="1"/>
          <p:nvPr/>
        </p:nvSpPr>
        <p:spPr>
          <a:xfrm>
            <a:off x="1593488" y="4894412"/>
            <a:ext cx="34337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ru-RU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Пункт</a:t>
            </a:r>
            <a:endParaRPr lang="ru-RU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B506E1B8-762E-4F77-AC0F-6D0BC180B39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31537" y="4528801"/>
            <a:ext cx="278750" cy="278750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5BF0319E-A2CA-4A24-B06A-1839121AEE6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31537" y="4908000"/>
            <a:ext cx="278750" cy="278750"/>
          </a:xfrm>
          <a:prstGeom prst="rect">
            <a:avLst/>
          </a:prstGeom>
        </p:spPr>
      </p:pic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1304DFBD-8DFB-4A71-B3AA-E90B1428ADF1}"/>
              </a:ext>
            </a:extLst>
          </p:cNvPr>
          <p:cNvSpPr/>
          <p:nvPr/>
        </p:nvSpPr>
        <p:spPr>
          <a:xfrm>
            <a:off x="755650" y="3603039"/>
            <a:ext cx="5224134" cy="1959561"/>
          </a:xfrm>
          <a:prstGeom prst="roundRect">
            <a:avLst>
              <a:gd name="adj" fmla="val 8084"/>
            </a:avLst>
          </a:prstGeom>
          <a:noFill/>
          <a:ln w="19050">
            <a:solidFill>
              <a:srgbClr val="FFCF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02600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дзаголовок 5"/>
          <p:cNvSpPr>
            <a:spLocks noGrp="1"/>
          </p:cNvSpPr>
          <p:nvPr>
            <p:ph type="subTitle" idx="1"/>
          </p:nvPr>
        </p:nvSpPr>
        <p:spPr>
          <a:xfrm>
            <a:off x="755650" y="3429000"/>
            <a:ext cx="4563666" cy="1133788"/>
          </a:xfrm>
        </p:spPr>
        <p:txBody>
          <a:bodyPr/>
          <a:lstStyle/>
          <a:p>
            <a:r>
              <a:rPr lang="ru-RU" dirty="0"/>
              <a:t>Иван Иванов </a:t>
            </a:r>
          </a:p>
          <a:p>
            <a:r>
              <a:rPr lang="ru-RU" dirty="0"/>
              <a:t>Автор презентации</a:t>
            </a:r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10"/>
          </p:nvPr>
        </p:nvSpPr>
        <p:spPr>
          <a:xfrm>
            <a:off x="646026" y="4562788"/>
            <a:ext cx="2827735" cy="628650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(3952) 78-00-00</a:t>
            </a:r>
          </a:p>
          <a:p>
            <a:r>
              <a:rPr lang="en-US" dirty="0"/>
              <a:t>info@forus.ru</a:t>
            </a:r>
            <a:endParaRPr lang="ru-RU" dirty="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1AF23A43-8F23-4507-8490-7F793176DE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6026" y="1157288"/>
            <a:ext cx="6497637" cy="2433637"/>
          </a:xfrm>
        </p:spPr>
        <p:txBody>
          <a:bodyPr>
            <a:normAutofit/>
          </a:bodyPr>
          <a:lstStyle/>
          <a:p>
            <a:r>
              <a:rPr lang="ru-RU" dirty="0"/>
              <a:t>Благодарю </a:t>
            </a:r>
            <a:br>
              <a:rPr lang="ru-RU" dirty="0"/>
            </a:br>
            <a:r>
              <a:rPr lang="ru-RU" dirty="0"/>
              <a:t>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43304833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Forus2020">
  <a:themeElements>
    <a:clrScheme name="Фору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ECF68"/>
      </a:accent1>
      <a:accent2>
        <a:srgbClr val="395F75"/>
      </a:accent2>
      <a:accent3>
        <a:srgbClr val="A5A5A5"/>
      </a:accent3>
      <a:accent4>
        <a:srgbClr val="D74949"/>
      </a:accent4>
      <a:accent5>
        <a:srgbClr val="5B9BD5"/>
      </a:accent5>
      <a:accent6>
        <a:srgbClr val="00715D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821</TotalTime>
  <Words>643</Words>
  <Application>Microsoft Office PowerPoint</Application>
  <PresentationFormat>Экран (4:3)</PresentationFormat>
  <Paragraphs>162</Paragraphs>
  <Slides>25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25</vt:i4>
      </vt:variant>
    </vt:vector>
  </HeadingPairs>
  <TitlesOfParts>
    <vt:vector size="29" baseType="lpstr">
      <vt:lpstr>Arial</vt:lpstr>
      <vt:lpstr>Calibri</vt:lpstr>
      <vt:lpstr>Verdana</vt:lpstr>
      <vt:lpstr>Тема Forus2020</vt:lpstr>
      <vt:lpstr>Пример титульного листа</vt:lpstr>
      <vt:lpstr>Типовой лист</vt:lpstr>
      <vt:lpstr>Рабочая область  Весь контент должен заключаться в этой области экрана. Такое зонирование позволит разместить текст и другую информацию  в максимально комфортном для восприятия месте. Так же в макете имеются направляющие, по которым можно выравнивать расположение объектов. Их применение рекомендовано, но необязательно.</vt:lpstr>
      <vt:lpstr>Слайды  с текстом</vt:lpstr>
      <vt:lpstr>Иерархия заголовков</vt:lpstr>
      <vt:lpstr>Выделения и акценты в тексте</vt:lpstr>
      <vt:lpstr>Нумерованный список</vt:lpstr>
      <vt:lpstr>Маркированный список</vt:lpstr>
      <vt:lpstr>Информация  в колонках</vt:lpstr>
      <vt:lpstr>Информация с тремя колонками</vt:lpstr>
      <vt:lpstr>Презентация PowerPoint</vt:lpstr>
      <vt:lpstr>Слайды  с фотографиями</vt:lpstr>
      <vt:lpstr>Презентация PowerPoint</vt:lpstr>
      <vt:lpstr>Презентация PowerPoint</vt:lpstr>
      <vt:lpstr>Графики  и диаграммы</vt:lpstr>
      <vt:lpstr>Пример круговой диаграммы</vt:lpstr>
      <vt:lpstr>Презентация PowerPoint</vt:lpstr>
      <vt:lpstr>Презентация PowerPoint</vt:lpstr>
      <vt:lpstr>Пример таблицы</vt:lpstr>
      <vt:lpstr>Визуальные элементы</vt:lpstr>
      <vt:lpstr>Презентация PowerPoint</vt:lpstr>
      <vt:lpstr>Презентация PowerPoint</vt:lpstr>
      <vt:lpstr>Презентация PowerPoint</vt:lpstr>
      <vt:lpstr>Презентация PowerPoint</vt:lpstr>
      <vt:lpstr>Благодарю 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Пользователь</dc:creator>
  <cp:lastModifiedBy>Черепанова Виктория</cp:lastModifiedBy>
  <cp:revision>101</cp:revision>
  <dcterms:created xsi:type="dcterms:W3CDTF">2020-01-20T06:19:00Z</dcterms:created>
  <dcterms:modified xsi:type="dcterms:W3CDTF">2024-12-26T03:35:28Z</dcterms:modified>
</cp:coreProperties>
</file>