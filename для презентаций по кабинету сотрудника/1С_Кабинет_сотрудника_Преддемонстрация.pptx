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1С:Кабинет сотрудника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Кадровый электронный документооборот
без лишних программ и сложного внедрения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Преддемонстрация сервиса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кадровые вопросы — в привычной системе 1С
для сотрудников, руководителей, кадровиков и бухгалтерии</a:t>
            </a:r>
          </a:p>
        </p:txBody>
      </p:sp>
      <p:pic>
        <p:nvPicPr>
          <p:cNvPr id="4" name="Picture 3" descr="device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572000" cy="33163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 группе компаний «Форус»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Переводим бизнес в «цифру»  ·  www.forus.ru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1992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год основания
опыт в 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01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сотрудников
в команде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10 000+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клиентов
на сопровождении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65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регионов в России
и офис в Монголии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ТОП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крупнейших ИТ-компаний России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01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 место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сети «1С:БухОбслуживание» с 2017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ТОП-5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дистрибьюторов 1С в России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165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62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Центр компетенции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 кадровому ЭДО (1С)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1206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Внедряем ИТ-решения, цифровизируем процессы, помогаем компаниям развиваться.
Направления: внедрение и сопровождение 1С, цифровизация, облачные сервисы, ЭДО и КЭДО, обучение.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компании переходят на КЭДО?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Бумажный кадровый документооборот тормозит работу всей компании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916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4884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2808" y="1965960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Документы долго согласовываются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468880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Согласования растягиваются на дни, а не на минуты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916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14884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3488" y="1965960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Бумага требует хранения и печати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468880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Печать, полки, курьеры и риск потери оригиналов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3547872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005072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92808" y="3822192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Удалённые сотрудники едут ради подписи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4325112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Дистанционные сотрудники тратят время на поездки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547872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005072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33488" y="3822192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Рутина кадровиков и бухгалтерии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325112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Часы ежедневно уходят на заявления, расчётные и архив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5349240"/>
            <a:ext cx="10424160" cy="86868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532120"/>
            <a:ext cx="7132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времени после перехода на КЭДО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1С:Кабинет сотрудника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Мобильное взаимодействие сотрудников и бухгалтерии по кадровым вопросам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Заявления, отпуска,
справки, подпись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Руководитель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Согласование
со смартфона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1184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1С:Кабинет
сотрудника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Единое цифровое
пространство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1736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Документы 1С
без повторного ввода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Бухгалтер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Расчётные листки
с подтверждением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" y="4572000"/>
            <a:ext cx="104241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800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Не требуется отдельная HR-платформа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120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Работа продолжается в привычной 1С. Сотрудники получают расчётный лист, пишут заявления и заказывают справки с телефона или компьютера — без лишних обращений в отдел кадров.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умеет сервис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Ключевые возможности 1С:Кабинет сотрудника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828800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10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828800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Отпуска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8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96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828800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Отсутствия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670048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Расчётные листки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72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10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2670048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Справки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58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96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2670048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Персональные данные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3511296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Кадровые документы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72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10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8" y="3511296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58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6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6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511296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Электронная подпись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" y="4169664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4128" y="4398264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" y="439826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4352544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Госключ</a:t>
            </a:r>
          </a:p>
        </p:txBody>
      </p:sp>
      <p:pic>
        <p:nvPicPr>
          <p:cNvPr id="45" name="Picture 44" descr="device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023360" cy="2918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сотрудникам нравится сервис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кадровые вопросы — со смартфона</a:t>
            </a:r>
          </a:p>
        </p:txBody>
      </p:sp>
      <p:pic>
        <p:nvPicPr>
          <p:cNvPr id="5" name="Picture 4" descr="phon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2269598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1920" y="1600200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69080" y="170992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70992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73352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Посмотреть расчётный листок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130552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9080" y="224028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24028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03704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Подать заявление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660904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69080" y="2770632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77063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34056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Узнать остаток отпуска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191256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9080" y="3300984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330098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64408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Получить справку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721608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69080" y="383133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383133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794760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Подписать документ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4251960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69080" y="436168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436168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25112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Найти любой документ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4782312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69080" y="489204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489204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55464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Выпустить подпись самостоятельно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" y="5806440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Как сейчас сотрудники получают расчётные листки?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кадровик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Меньше рутины — больше контроля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Заявления автоматически превращаются в документы 1С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Данные не нужно вводить повторно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не теряются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Все задачи собираются в одном месте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ошибок при оформлении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Электронный архив всегда доступен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5806440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Сколько времени кадровая служба тратит на обработку заявлений?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бухгалтер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Автоматизация без лишней работы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Автоматическая отправка расчётных листков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Подтверждение получения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обращений сотрудников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печати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формируются прямо из 1С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ручного ввода данных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руководитель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Полный контроль процессов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 документов с телефона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Статусы документов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Видно, кто подписал, а кто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Можно назначить заместителя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Быстрее согласование отпусков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Прозрачность процессов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5806440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Как сейчас руководители согласовывают отпуска?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ИТ-специалист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Простое сопровождение без новых систем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Встроено в 1С — без отдельной HR-платформы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нужны доп. клиентские лицензии 1С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прямой нагрузки на базу 1С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прямого доступа сотрудников к ИБ 1С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Облачная и локальная версия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Хранение документов внутри 1С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именно 1С:Кабинет сотрудника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Сравнение с другими решениями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17320"/>
                <a:gridCol w="1417320"/>
                <a:gridCol w="1554480"/>
                <a:gridCol w="18288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Возможность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1С КС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HRlink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VK HR Tek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Контур КЭДО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Saby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Работа внутри 1С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Мобильное приложение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Электронные подписи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Автосоздание документов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Без двойной работы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86968" y="5212080"/>
            <a:ext cx="1042416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Главное преимущество — сотрудники продолжают работать в привычной системе 1С.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150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Сравнение ориентировочное и требует проверки перед публикацией.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Экономический эффект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Реальная экономия по данным проектов и материалов Форус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времени
на кадровой рутине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475 тыс.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за три месяца
на одном из проектов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 21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 сотрудника
в месяц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Более 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клиентов уже
используют сервис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074920"/>
            <a:ext cx="10424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Стоимость — от 21 до 30 ₽/мес. на сотрудника (forus.ru). 10 кабинетов — 280 ₽/мес. · 25 — 700 ₽ · 50 — 1 400 ₽ · 100 — 2 800 ₽ при оплате за год.
Кейсы: «Фанат Байкала» полностью ушёл от бумаги; DNS переводит 40 000 сотрудников на КЭДО.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проходит внедрение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Простой путь к запуску без ломки процессов 1С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331720"/>
            <a:ext cx="9601200" cy="45720"/>
          </a:xfrm>
          <a:prstGeom prst="rect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5336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Подключение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Подключаем сервис
к вашей 1С</a:t>
            </a:r>
          </a:p>
        </p:txBody>
      </p:sp>
      <p:sp>
        <p:nvSpPr>
          <p:cNvPr id="11" name="Oval 10"/>
          <p:cNvSpPr/>
          <p:nvPr/>
        </p:nvSpPr>
        <p:spPr>
          <a:xfrm>
            <a:off x="3813048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Настройка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Роли, процессы,
печатные формы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75504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Выпуск подписей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УНЭП / Госключ
для сотрудников</a:t>
            </a:r>
          </a:p>
        </p:txBody>
      </p:sp>
      <p:sp>
        <p:nvSpPr>
          <p:cNvPr id="21" name="Oval 20"/>
          <p:cNvSpPr/>
          <p:nvPr/>
        </p:nvSpPr>
        <p:spPr>
          <a:xfrm>
            <a:off x="8348472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3216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Обучение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Видеоуроки
и короткие инструкции</a:t>
            </a:r>
          </a:p>
        </p:txBody>
      </p:sp>
      <p:sp>
        <p:nvSpPr>
          <p:cNvPr id="26" name="Oval 25"/>
          <p:cNvSpPr/>
          <p:nvPr/>
        </p:nvSpPr>
        <p:spPr>
          <a:xfrm>
            <a:off x="10616184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0928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Начало работы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Заявления, расчётные,
согласования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" y="530352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4068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Внедрение не меняет привычный процесс работы в 1С.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покажем на демонстрации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Предлагаем посмотреть сервис на ваших процессах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91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87452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5648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Оформление отпуска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691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7452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96328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Отправка расчётного листка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2743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92608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5648" y="2971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 руководителем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743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92608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96328" y="2971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Подписание документов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3794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397764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40233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Выпуск подписи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794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97764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96328" y="40233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мобильного приложения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7308" y="484632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188" y="502920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75988" y="50749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кадровика в 1С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Обсудим ваши процессы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Какие кадровые задачи сегодня
занимают больше всего времени?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Открытый вопрос помогает перейти к демонстрации
исходя из реальных потребностей вашей компании.
8 (3952) 78-00-00  ·  www.forus.ru/produkty-1c/servisy/1c-kabinet-sotrudnika/</a:t>
            </a:r>
          </a:p>
        </p:txBody>
      </p:sp>
      <p:pic>
        <p:nvPicPr>
          <p:cNvPr id="4" name="Picture 3" descr="icon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5029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