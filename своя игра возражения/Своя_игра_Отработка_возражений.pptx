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Клуб продавцов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Отработка возражений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 «Своя игра»  ·  командная работа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5 тем  ·  30 кейсов  ·  10 / 30 / 50 / 70 / 100 / 150
Таймер: 1,5 мин (10–50)  ·  2 мин (70–100)  ·  3 мин (150)
При неверном ответе вопрос может перейти другой команде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Своя игра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кейс  ·  открытые ячейки краснеют  ·  таймер по сложности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76671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9206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81741" y="1417320"/>
            <a:ext cx="1874519" cy="80467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11" name="Cell_0_0">
            <a:hlinkClick action="ppaction://hlinksldjump" r:id="rId2"/>
          </p:cNvPr>
          <p:cNvSpPr/>
          <p:nvPr/>
        </p:nvSpPr>
        <p:spPr>
          <a:xfrm>
            <a:off x="3374136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" action="ppaction://hlinksldjump"/>
              </a:rPr>
              <a:t>30</a:t>
            </a:r>
          </a:p>
        </p:txBody>
      </p:sp>
      <p:sp>
        <p:nvSpPr>
          <p:cNvPr id="12" name="Cell_0_1">
            <a:hlinkClick action="ppaction://hlinksldjump" r:id="rId3"/>
          </p:cNvPr>
          <p:cNvSpPr/>
          <p:nvPr/>
        </p:nvSpPr>
        <p:spPr>
          <a:xfrm>
            <a:off x="5376671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" action="ppaction://hlinksldjump"/>
              </a:rPr>
              <a:t>70</a:t>
            </a:r>
          </a:p>
        </p:txBody>
      </p:sp>
      <p:sp>
        <p:nvSpPr>
          <p:cNvPr id="13" name="Cell_0_2">
            <a:hlinkClick action="ppaction://hlinksldjump" r:id="rId4"/>
          </p:cNvPr>
          <p:cNvSpPr/>
          <p:nvPr/>
        </p:nvSpPr>
        <p:spPr>
          <a:xfrm>
            <a:off x="7379206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4" action="ppaction://hlinksldjump"/>
              </a:rPr>
              <a:t>100</a:t>
            </a:r>
          </a:p>
        </p:txBody>
      </p:sp>
      <p:sp>
        <p:nvSpPr>
          <p:cNvPr id="14" name="Cell_0_3">
            <a:hlinkClick action="ppaction://hlinksldjump" r:id="rId5"/>
          </p:cNvPr>
          <p:cNvSpPr/>
          <p:nvPr/>
        </p:nvSpPr>
        <p:spPr>
          <a:xfrm>
            <a:off x="9381741" y="23317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5" action="ppaction://hlinksldjump"/>
              </a:rPr>
              <a:t>150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16" name="Cell_1_0">
            <a:hlinkClick action="ppaction://hlinksldjump" r:id="rId6"/>
          </p:cNvPr>
          <p:cNvSpPr/>
          <p:nvPr/>
        </p:nvSpPr>
        <p:spPr>
          <a:xfrm>
            <a:off x="3374136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6" action="ppaction://hlinksldjump"/>
              </a:rPr>
              <a:t>30</a:t>
            </a:r>
          </a:p>
        </p:txBody>
      </p:sp>
      <p:sp>
        <p:nvSpPr>
          <p:cNvPr id="17" name="Cell_1_1">
            <a:hlinkClick action="ppaction://hlinksldjump" r:id="rId7"/>
          </p:cNvPr>
          <p:cNvSpPr/>
          <p:nvPr/>
        </p:nvSpPr>
        <p:spPr>
          <a:xfrm>
            <a:off x="5376671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7" action="ppaction://hlinksldjump"/>
              </a:rPr>
              <a:t>70</a:t>
            </a:r>
          </a:p>
        </p:txBody>
      </p:sp>
      <p:sp>
        <p:nvSpPr>
          <p:cNvPr id="18" name="Cell_1_2">
            <a:hlinkClick action="ppaction://hlinksldjump" r:id="rId8"/>
          </p:cNvPr>
          <p:cNvSpPr/>
          <p:nvPr/>
        </p:nvSpPr>
        <p:spPr>
          <a:xfrm>
            <a:off x="7379206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8" action="ppaction://hlinksldjump"/>
              </a:rPr>
              <a:t>100</a:t>
            </a:r>
          </a:p>
        </p:txBody>
      </p:sp>
      <p:sp>
        <p:nvSpPr>
          <p:cNvPr id="19" name="Cell_1_3">
            <a:hlinkClick action="ppaction://hlinksldjump" r:id="rId9"/>
          </p:cNvPr>
          <p:cNvSpPr/>
          <p:nvPr/>
        </p:nvSpPr>
        <p:spPr>
          <a:xfrm>
            <a:off x="9381741" y="32461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9" action="ppaction://hlinksldjump"/>
              </a:rPr>
              <a:t>150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21" name="Cell_2_0">
            <a:hlinkClick action="ppaction://hlinksldjump" r:id="rId10"/>
          </p:cNvPr>
          <p:cNvSpPr/>
          <p:nvPr/>
        </p:nvSpPr>
        <p:spPr>
          <a:xfrm>
            <a:off x="3374136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0" action="ppaction://hlinksldjump"/>
              </a:rPr>
              <a:t>30</a:t>
            </a:r>
          </a:p>
        </p:txBody>
      </p:sp>
      <p:sp>
        <p:nvSpPr>
          <p:cNvPr id="22" name="Cell_2_1">
            <a:hlinkClick action="ppaction://hlinksldjump" r:id="rId11"/>
          </p:cNvPr>
          <p:cNvSpPr/>
          <p:nvPr/>
        </p:nvSpPr>
        <p:spPr>
          <a:xfrm>
            <a:off x="5376671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1" action="ppaction://hlinksldjump"/>
              </a:rPr>
              <a:t>70</a:t>
            </a:r>
          </a:p>
        </p:txBody>
      </p:sp>
      <p:sp>
        <p:nvSpPr>
          <p:cNvPr id="23" name="Cell_2_2">
            <a:hlinkClick action="ppaction://hlinksldjump" r:id="rId12"/>
          </p:cNvPr>
          <p:cNvSpPr/>
          <p:nvPr/>
        </p:nvSpPr>
        <p:spPr>
          <a:xfrm>
            <a:off x="7379206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2" action="ppaction://hlinksldjump"/>
              </a:rPr>
              <a:t>100</a:t>
            </a:r>
          </a:p>
        </p:txBody>
      </p:sp>
      <p:sp>
        <p:nvSpPr>
          <p:cNvPr id="24" name="Cell_2_3">
            <a:hlinkClick action="ppaction://hlinksldjump" r:id="rId13"/>
          </p:cNvPr>
          <p:cNvSpPr/>
          <p:nvPr/>
        </p:nvSpPr>
        <p:spPr>
          <a:xfrm>
            <a:off x="9381741" y="41605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3" action="ppaction://hlinksldjump"/>
              </a:rPr>
              <a:t>150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26" name="Cell_3_0">
            <a:hlinkClick action="ppaction://hlinksldjump" r:id="rId14"/>
          </p:cNvPr>
          <p:cNvSpPr/>
          <p:nvPr/>
        </p:nvSpPr>
        <p:spPr>
          <a:xfrm>
            <a:off x="3374136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4" action="ppaction://hlinksldjump"/>
              </a:rPr>
              <a:t>30</a:t>
            </a:r>
          </a:p>
        </p:txBody>
      </p:sp>
      <p:sp>
        <p:nvSpPr>
          <p:cNvPr id="27" name="Cell_3_1">
            <a:hlinkClick action="ppaction://hlinksldjump" r:id="rId15"/>
          </p:cNvPr>
          <p:cNvSpPr/>
          <p:nvPr/>
        </p:nvSpPr>
        <p:spPr>
          <a:xfrm>
            <a:off x="5376671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5" action="ppaction://hlinksldjump"/>
              </a:rPr>
              <a:t>70</a:t>
            </a:r>
          </a:p>
        </p:txBody>
      </p:sp>
      <p:sp>
        <p:nvSpPr>
          <p:cNvPr id="28" name="Cell_3_2">
            <a:hlinkClick action="ppaction://hlinksldjump" r:id="rId16"/>
          </p:cNvPr>
          <p:cNvSpPr/>
          <p:nvPr/>
        </p:nvSpPr>
        <p:spPr>
          <a:xfrm>
            <a:off x="7379206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6" action="ppaction://hlinksldjump"/>
              </a:rPr>
              <a:t>100</a:t>
            </a:r>
          </a:p>
        </p:txBody>
      </p:sp>
      <p:sp>
        <p:nvSpPr>
          <p:cNvPr id="29" name="Cell_3_3">
            <a:hlinkClick action="ppaction://hlinksldjump" r:id="rId17"/>
          </p:cNvPr>
          <p:cNvSpPr/>
          <p:nvPr/>
        </p:nvSpPr>
        <p:spPr>
          <a:xfrm>
            <a:off x="9381741" y="50749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7" action="ppaction://hlinksldjump"/>
              </a:rPr>
              <a:t>150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89320"/>
            <a:ext cx="2788920" cy="80467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1" name="Cell_4_0">
            <a:hlinkClick action="ppaction://hlinksldjump" r:id="rId18"/>
          </p:cNvPr>
          <p:cNvSpPr/>
          <p:nvPr/>
        </p:nvSpPr>
        <p:spPr>
          <a:xfrm>
            <a:off x="3374136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8" action="ppaction://hlinksldjump"/>
              </a:rPr>
              <a:t>30</a:t>
            </a:r>
          </a:p>
        </p:txBody>
      </p:sp>
      <p:sp>
        <p:nvSpPr>
          <p:cNvPr id="32" name="Cell_4_1">
            <a:hlinkClick action="ppaction://hlinksldjump" r:id="rId19"/>
          </p:cNvPr>
          <p:cNvSpPr/>
          <p:nvPr/>
        </p:nvSpPr>
        <p:spPr>
          <a:xfrm>
            <a:off x="5376671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9" action="ppaction://hlinksldjump"/>
              </a:rPr>
              <a:t>70</a:t>
            </a:r>
          </a:p>
        </p:txBody>
      </p:sp>
      <p:sp>
        <p:nvSpPr>
          <p:cNvPr id="33" name="Cell_4_2">
            <a:hlinkClick action="ppaction://hlinksldjump" r:id="rId20"/>
          </p:cNvPr>
          <p:cNvSpPr/>
          <p:nvPr/>
        </p:nvSpPr>
        <p:spPr>
          <a:xfrm>
            <a:off x="7379206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0" action="ppaction://hlinksldjump"/>
              </a:rPr>
              <a:t>100</a:t>
            </a:r>
          </a:p>
        </p:txBody>
      </p:sp>
      <p:sp>
        <p:nvSpPr>
          <p:cNvPr id="34" name="Cell_4_3">
            <a:hlinkClick action="ppaction://hlinksldjump" r:id="rId21"/>
          </p:cNvPr>
          <p:cNvSpPr/>
          <p:nvPr/>
        </p:nvSpPr>
        <p:spPr>
          <a:xfrm>
            <a:off x="9381741" y="5989320"/>
            <a:ext cx="1874519" cy="80467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1" action="ppaction://hlinksldjump"/>
              </a:rPr>
              <a:t>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30 баллов — «Зачем платить за КП, программа уже куплена»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ООО «Северный свет», опт стройматериалов, УСН, выручка ~25 млн ₽/год, 9 сотрудников. Локальная 1С:Бухгалтерия ПРОФ куплена год назад.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Обновления ставят «когда получится». Перед сдачей отчётности бухгалтер 1–2 дня ловит ошибки форм. Нет единого канала консультаций: вопросы решают через знакомых и форумы.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бухгалтер (ЛВР). Интерес: сдать отчётность без штрафов и ночных правок. Директор — ЛПР по бюджету.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1С:КП ПРОФ на 12 мес — 68 400 ₽ (обновления + сервисы + консультации) + при необходимости 2 часа линии на аудит базы (7 320 ₽).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«Программу мы уже купили. 68 тысяч за „поддержку“ — дорого. Обошлись бы без этого.»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 (эталон)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— не «повторная покупка программы», а легальные обновления под изменения законодательства + сервисы, без которых ПРОФ со временем отстаёт по формам отчётности.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Для бухгалтера ценность КП ПРОФ: актуальные формы, 1С-Отчётность из программы, методические материалы, консультации — меньше ручных правок перед сдачей.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Считаем альтернативу: разовые вызовы специалиста (час 3 660 ₽) + отдельная покупка отчётности/проверки контрагентов часто сопоставимы или дороже пакета. В учебном примере «экономный» Базовый + докупка сервисов вышла ~71 884 ₽ против ~68 400 ₽ за КП ПРОФ — при меньшем наборе удобств.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Если бюджет жёсткий на старте — КП ПРОФ на 6 мес (36 307 ₽) закрыть квартал отчётности, затем продлить по факту пользы.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Согласовать с директором КП ПРОФ 6 или 12 мес и дату первого обновления/подключения 1С-Отчётности на этой неделе.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«Без КП программа сразу сломается» (давление).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Скидка «» без объяснения состава сервисов.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Спор «вы обязаны» вместо языка рисков отчётности.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70 баллов — «Базовая дешевле — зачем ПРОФ»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ИП + одно ООО на одном собственнике, услуги + мелкая торговля, 6 человек. Сейчас учёт частично у внешнего бухгалтера, хотят свою 1С:Бухгалтерия.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Два юрлица, бухгалтер и руководитель хотят смотреть базу одновременно. Внешний бухгалтер просит доступ «с вечера», собственник — «утром». Плюс нужна выгрузка в банк и проверка контрагентов без ручного набора реквизитов.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Собственник (ЛПР). Бухгалтер на аутсорсе (ЛВР): боится сложной программы.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1С:Бухгалтерия ПРОФ (23 000 ₽) + КП ПРОФ 12 мес (68 400 ₽) вместо Базовой (4 900 ₽).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«Базовая за 4 900 — и хватит. ПРОФ в пять раз дороже, зачем переплачивать?»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Базовой честно: низкая цена, простота, один пользователь, типовые задачи микробизнеса.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Почему здесь ПРОФ: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несколько пользователей (бухгалтер + собственник);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несколько организаций в одной базе с общими справочниками — не две отдельные «закрытые» базы как в Базовой;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можно позже доработать/интегрировать; веб-доступ.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 Базовой второй пользователь и единая база на два юрлица не решаются — придётся плодить базы и терять контроль.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 ПРОФ усиливает плюс продукта: отчётность, автозаполнение контрагентов, консультации — то, ради чего ПРОФ покупают «в работу», а не «в стол».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 15-мин демо: две организации в одной базе + два пользователя; выставить счёт на БП ПРОФ + КП 6/12.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Обесценить Базовую («она плохая»).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родать Базовую «а ПРОФ потом», зная про двух пользователей уже сейчас.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100 баллов — «УТ ПРОФ + КП не влезают в бюджет квартала»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ООО, дистрибуция хозтоваров, 2 склада, 5 менеджеров, оборот ~40 млн ₽/год.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Заказы в почте, остатки в одной таблице у завсклада, отгрузки срываются из‑за двойных резервов. Нужна единая воронка продаж и склад.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Коммерческий директор (ЛПР по операционке). Финансовый — ЛВР по бюджету IT.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1С:УТ ПРОФ (39 700 ₽) + КП ПРОФ 12 (68 400 ₽) + внедрение ядра 24 ч (72 000 ₽) + 4 ч консультаций (14 640 ₽) ≈ 194 740 ₽.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«В квартале на автоматизацию максимум 150 тысяч. Либо режьте, либо в следующем году.»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УТ ПРОФ под боль: CRM/продажи, закупки, склад в одном контуре, много пользователей, интеграции (в отличие от УТ Базовой — 1 пользователь и «коробочный» минимум).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 ПРОФ — обновления и сопровождение, чтобы контур не «завис» после запуска.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Режем этап, не ценность: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УТ ПРОФ + КП 6 мес (36 307 ₽) + внедрение 18 ч (54 000 ₽) + 3 ч консультаций (10 980 ₽) ≈ 140 987 ₽.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Этап 2 (аналитика, доп. склады) — следующий квартал.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 предлагаем УТ Базовую: 5 менеджеров одновременно в Базовой не работают.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Утвердить ТЗ этапа 1 на 1 стр. и счёт ≤150 000 ₽ с датой старта в квартале.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«Без полного внедрения смысла нет».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Обещание «всё за 150» без урезания scope.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Продажа УТ «чтобы влезло в бюджет».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150 баллов — «КП ПРОФ дороже Базового — возьмём Техно»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ООО «ТехноСервис», ремонт оборудования + ЗИП, 20 сотрудников. Локальная 1С:УНФ ПРОФ, сопровождения нет.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Сдают отчётность из 1С, работают с ЭДО, проверяют поставщиков, раз в неделю вопросы на линию. Свой IT на полставки обновляет «на выходных».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Директор (ЛПР). Главный бухгалтер (ЛВР). IT (ЛВР).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КП ПРОФ 12 мес — 68 400 ₽ (вместо КП Базовый)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«Нам сказали, есть КП Базовый подешевле. Зачем ПРОФ?»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Сравнение по фактам из обучения: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 УНФ ПРОФ как продукта: единое окно для услуг+склад+деньги; КП ПРОФ не даёт «новой программе», а раскрывает её сервисами (отчётность, ЭДО, контрагенты, архив).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Если взять Базовый и докупить отчётность+контрагента+часы — в примере обучения выходит дороже и хуже по удобству, чем сразу ПРОФ (~71,9 тыс. vs ~68,4 тыс.).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Таблица «Базовый + ваши сервисы vs ПРОФ» на 1 стр. → решение директора до конца недели, договор КП ПРОФ.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«Базовый — для бедных».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Скрытие, что услуги партнёра по установке обновлений в Базовом оплачиваются отдельно.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Навязывание отраслевых/КОРП-тарифов.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30 баллов — «После отчётности»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ООО на УСН, производство упаковки, 12 человек. 1С:Бухгалтерия Базовая, один пользователь — бухгалтер.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Перед отчётностью бухгалтер сидит сверхурочно: не хватает второго доступа для помощника, вопросы по заполнению закрывают через чаты.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бухгалтер (ЛВР, блокирует сроки). Директор (ЛПР) — «не мешайте сдаче».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Апгрейд до БП ПРОФ (23 000 ₽) + КП ПРОФ 6 мес (36 307 ₽) + 4 ч консультаций на перенос (14 640 ₽). Старт работ сразу.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«Сейчас некогда. После 25-го подумаем.»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В продукт до сдачи не лезем.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Сейчас можно: договор, оплата ПРОФ+КПчек-лист переноса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 ПРОФ для их боли: второй пользователь к следующему периоду, единые правила, КП ПРОФ — актуальные формы и линия без форумов.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Базовая хороша для «один бухгалтер / одно юрлицо», но помощник + рост = потолок Базовой.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Договор подписываем сегодня, а дату старта работ назначаем после отчётности; предоплата за лицензии и комплект поддержки (1С:КП).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Давление «акция сгорит».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Внедрение в боевую базу до сдачи.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Уход без конкретной даты.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70 баллов — «Надо обсудить с партнёром»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Два партнёра, 2 магазина фермерских продуктов. Кассы разрозненные.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Разные прайсы, инвентаризация 3–4 часа на точку, нет единых остатков.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Партнёр А (закупки) на встрече. Партнёр Б (финансы) — ЛПР, в мессенджере.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1С:Розница ПРОФ (23 000 ₽) + КП ПРОФ 12 (68 400 ₽) + настройка 12 ч (36 000 ₽)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или Фреш Розница 12 мес (18 100 ₽) + те же работы (если хотят облако без локального).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«Нам надо подумать и обсудить с партнёром. Напишем.»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Розницы ПРОФ: несколько магазинов в одной логике, пользователей, РИБ/сеть, акции и аналитика — против Базовой (1 магазин / 1 пользователь / без распределённых баз).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ПРОФ: обновления , консультации, сервисы.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Созвон с обоими партнёрами на этой неделе + КП с пилотом 1 точки.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«Ваш партнёр не разбирается».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«Решите сегодня».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Длинное КП без созвона.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100 баллов — «После сезона»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Опт сезонного товара, пик осень–зима, 4 менеджера продаж.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сезон резервы в чатах, срывы отгрузок. Вне сезона «терпимо» — решение откладывают.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РОП (ЛВР). Директор (ЛПР): «после сезона».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1С:УТ ПРОФ (39 700 ₽) + КП ПРОФ 12 (68 400 ₽) + внедрение 30 ч до следующего пика.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«Сейчас сезон, некогда. После Нового года вернёмся.»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Тяжёлый запуск в пик — риск, согласны.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Сейчас: поставка УТ ПРОФ + КП, проектирование НСИ, обучение 2 пользователей на копии (8–10 ч). Продуктив — с фиксированной даты (напр. 15 января).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УТ ПРОФ: единые заказы/склад/взаимки, многопользовательский режим, CRM — то, чего не даст «потерпеть до следующего сезона» на таблицах.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нужен, чтобы к сезону контур был на актуальных релизах.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Договор с двумя этапами и датами; оплата лицензии+КП+проектирования сейчас.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Обвинение «сами виноваты в срывах».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«Напишите в феврале» без обязательств.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Обещание «с нуля за две недели в январе».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150 баллов — «Сами потыкаем УНФ, КП потом»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Мебель на заказ, салон + цех, 22 сотрудника. Спецификации в файлах.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цех уходит неверная комплектация, переделки бьют по марже.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Директор производства (ЛВР). Коммерческий директор (ЛПР).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1С:УНФ ПРОФ (30 600 ₽) + КП ПРОФ 6 (36 307 ₽) + обследование 6 ч + внедрение минимума «заказ → производство → акт».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«Купим УНФ, сами разберёмся. КП и внедрение — потом, когда поймём.»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УНФ ПРОФ: «всё в одном» для торговли+услуг+лёгкого производства, ОПиУ/ДДС, CRM, несколько пользователей, доработки — в отличие от Базовой (1 пользователь, без доработок, одна организация).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Без обследования «потыкать» = риск, что не настроят заказ-наряды и вернутся в файлы.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с первого дня: обновления, консультации по типовым сценариям, сервисы — дешевле, чем тушить ошибки после сдачи/отгрузки.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Минимальный пакет: 1С:УНФ ПРОФ + комплект поддержки ПРОФ на 6 месяцев + платное обследование на 6 часов (21 960 ₽). По итогам обследования принимаем совместное решение — продолжаем работы по доработкам или останавливаемся на этом этапе.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Счёт на УНФ ПРОФ + КП 6 + обследование; через 5 р.д. — защита сметы внедрения.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«В УНФ из коробки всё под мебель».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Продажа только коробки без границ этапа.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Навязывание 30 ч доработок до обследования.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30 баллов — «Нас ведёт другой партнёр»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Клининговая компания, 15 сотрудников. БП ПРОФ, КП неактивен / на паузе.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Ответ текущего сопровождения — 1–2 дня. Бухгалтер сдаёт отчётность в стрессе.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бухгалтер (ЛВР). Директор (ЛПР по цене).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КП ПРОФ 12 мес (68 400 ₽) у нас + 6 ч аудита базы (21 960 ₽).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«У нас уже есть франчайзи. Зачем менять? Они и КП продлят.»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Менять подрядчика только ради смены — не нужно. Давайте сравним условия поддержки и содержание комплекта поддержки ПРОФ: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как быстро отвечают на заявки;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кто именно выполняет обновления;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что входит в поддержку: отчётность, работа с контрагентами, электронный документооборот (ЭДО);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как фиксируются и контролируются задачи.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Плюс: возможности продукта «Бухгалтерия ПРОФ» раскрываются полностью только при живом сопровождении. Без него актуальные формы отчётности и сервисы портала и тарифа не работают в полную силу.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Предлагаем пилот: 3 часа аудита базы (10 980 ₽). По результатам аудита вы принимаете решение — где продлевать комплект поддержки.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Пилот 3 ч + критерии выбора партнёра на продление КП ПРОФ.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Охаивание текущего партнёра.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Демпинг «мы официальнее».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Скидка КП без сервиса.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70 баллов — «Конкурент дал смету дешевле на УТ»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Опт крепежа, 3 менеджера + склад.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Прайсы по каналам путаются, взаимки не бьются с отгрузками.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Снабженец/совместитель IT (ЛВР). Коммерческий директор (ЛПР).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УТ ПРОФ (39 700 ₽) + КП ПРОФ 6 (36 307 ₽) + внедрение 24 ч (72 000 ₽) ≈ 148 007 ₽.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«Другие дали смету дешевле тысяч на 40.»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Лицензия УТ ПРОФ — одна полка; экономия почти всегда в часах и составе.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Сверяем: версия точно ПРОФ (не Базовая)? Есть ли КП? Миграция остатков? Обучение? Границы этапа?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УТ ПРОФ, которые должны быть в обоих КП: много пользователей, ценообразование/CRM, склад, обмен с Бухгалтерией.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Готовы сузить этап 1 до сопоставимых часов или оставить 24 ч и явно перечислить риски, которые снимаем.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Сопоставимое КП «яблоко к яблоку» на 1 стр. + созвон 20 минут.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«Они обманывают».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Автоскидка 40 тыс. без изменения scope.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Подмена ПРОФ на Базовую ради цены.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100 баллов — «Есть свой программист — КП не нужен»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 магазина электротоваров. Розница ПРОФ локально, КП не продлевали ~1,5 года. «Всё чинит знакомый».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 изменений по чекам магазин 2–3 дня в ручном режиме, пока программист чинит.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Собственник (ЛПР). Программист (сильный ЛВР).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КП ПРОФ 12 (68 400 ₽) + 8 ч на безопасное обновление (29 280 ₽). Доработки — по желанию у программиста по правилам поддержки.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«Зачем КП, если есть программист? Он и обновит дешевле.»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Программист силён в доработках; КП ПРОФ закрывает другое: легальные обновления конфигурации, сервисы, консультации по типовому.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Розницы ПРОФ (сеть, акции, оборудование, маркировка) держатся на актуальных релизах — без КП обновлять «как получится» = простой точки.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Модель: КП + типовое — у партнёра; кастом — у программиста без ломания поддержки.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Альтернатива: Фреш Розница 12 (18 100 ₽) — обновления на стороне сервиса, если готовы к облаку.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Созвон втроём 30 мин: правила обновлений → КП ПРОФ или Фреш.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«Ваш программист — проблема».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Запрет любых доработок «только мы».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Страшилки без условий поддержки.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компания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150 баллов — «Другие внедрят УНФ „под ключ за 3 недели“»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Транспортно-экспедиционная фирма, ~28 сотрудников. Нужны рейсы/акты в одном контуре с учётом (в т.ч. подготовка к требованиям ЭПД).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в разных местах, сверки вручную, страх не успеть к новым требованиям.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Директор (ЛПР). IT (ЛВР). Главный бухгалтер (ЛВР).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УНФ ПРОФ (30 600 ₽) + КП ПРОФ 12 (68 400 ₽) + внедрение минимума 36 ч + обследование ЭПД-контура 8 ч.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«Другие обещают УНФ под ключ за 3 недели и дешевле.»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УНФ ПРОФ: услуги+документы+деньги+лёгкая логистика в одной базе, много пользователей, отчёты для директора — но не «волшебная кнопка ЭПД за 3 недели».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Сравниваем приёмку, не слоган: какие сценарии сданы (рейс → документ → учёт).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ПРОФ: сопровождение и обновления на дистанции закона/сервисов.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Можем сделать минимальный контур за ~3 недели, ЭПД — отдельным этапом после обследования. КОРП/тяжёлые ERP не предлагаем — не сегмент.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Встреча с участием IT-специалиста и главного бухгалтера: согласуем критерии готовности минимального контура и выбираем подрядчика по условиям приёмки.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Обещание «ЭПД и всё под ключ за 3 недели».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Охаивание конкурента без разбора сметы.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Игнор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30 баллов — «А вдруг КП не окупится»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Микробизнес, ООО на УСН, 4 сотрудника. Рассматривают БП Базовая или старт сразу с сервисами.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Аутсорсер собирает банк и остатки «с слов», собственник не видит взаимки. Хотят простую 1С и сдачу отчётности без сюрпризов.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Собственник (ЛПР). Бухгалтер-аутсорс (ЛВР).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Вариант А: БП Базовая (4 900 ₽) — если реально 1 пользователь и одно юрлицо.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Вариант Б: Фреш БП ПРОФ 6 мес (30 259 ₽) — облако с обновлениями в тарифе.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Вариант В: локальная БП ПРОФ + КП ПРОФ 6.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«Боюсь платить за КП/подписку — вдруг не пригодится.»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Сначала честно выбираем версию по плюсам: Базовая = дёшево и просто при 1 пользователе; ПРОФ/Фреш — если нужен доступ двоим или запас на рост.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КП/ИТС окупается на избежанных ошибках отчётности и часах, не на «ощущении». Критерии на 6 мес: сдана отчётность, подключён нужный сервис (отчётность/контрагент), 1–2 консультации использованы.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Для Базовой логика сопровождения другая, чем для ПРОФ: не продаём «КОРП-историю», говорим языком микробизнеса.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2 часа диагностики (7 320 ₽) → выбор Базовая / Fresh / ПРОФ+КП → счёт на 6 мес горизонта.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Гарантия «точно понравится / вернём деньги всегда».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Навязывание КП ПРОФ при явной Базовой потребности без объяснения.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Давление на аутсорсера.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70 баллов — «Доработки снимут с поддержки»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Средний опт. УТ ПРОФ + активный интерес к доработке статусов заказа. КП обсуждается / есть.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Менеджеры обходят систему чатами — не хватает статусов. Директор не видит воронку.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IT (ЛВР, главный страх). Директор (ЛПР).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Оценка на копии 3 ч + доработки через расширения до 12 ч + КП ПРОФ для обновляемости.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«После доработок нельзя обновляться. Не хотим рискнуть.»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 УТ ПРОФ как раз в том, что доработки разрешены (в Базовой — нельзя). Риск — не в факте доработки, а в «правках в лоб».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Снимаем риск: расширения/внешние формы, тест обновления на копии, документ состава.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= канал обновлений и консультаций, чтобы доработки жили рядом с типовым контуром.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Сначала 3–5 ч попытки типовыми средствами — код только если не хватит.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Оценка на копии с вердиктом «типовыми / расширение / изменение» → затем часы.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«Дорабатывайте как хотите».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«На поддержку никогда не влияет».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Игнор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100 баллов — «Нам уже обещали сроки по Рознице — не верим»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 магазина, хотят Розница ПРОФ.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Инвентаризации расходятся, перемещения между точками долгие, акции вручную.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Операционный директор (ЛПР). Завмаги (сопротивление).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Розница ПРОФ (23 000 ₽) + КП ПРОФ 6 (36 307 ₽) + внедрение 24 ч, пилот 1 магазин → тираж.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«Обещали „за месяц“ — вышло полгода и кассы падали. Не верим.»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Розницы ПРОФ: несколько точек, много кассиров, централизованные цены/акции, РИБ — против Базовой (одна точка, один пользователь).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Риск простоя снимаем этапностью и приёмкой пилота 5 р.д., не обещанием «всем сразу».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на старте — обновления и консультации в первую неделю после запуска.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В договоре — этапы и что считаем инцидентом.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Договор «1 магазин → приёмка → тираж» + КП ПРОФ 6.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«У нас такого не бывает».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Запуск сразу на 3 магазинах.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Скрытые работы.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150 баллов — «Облако vs локаль — боимся данных»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Опт, 30 сотрудников. Смотрят Фреш УНФ ПРОФ 12 мес vs локальная УНФ ПРОФ + КП.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Клиентская база в личных почтах менеджеров; при увольнениях теряют историю. Нужна единая УНФ.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Директор (ЛПР). Юрист (ЛВР). IT-фрилансер (ЛВР).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А) Fresh УНФ ПРОФ 12 — 57 000 ₽ + внедрение.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Б) Локальная УНФ ПРОФ 30 600 + КП ПРОФ 12 68 400 + внедрение + регламент бэкапов.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«Если утечёт из облака — кто виноват? Лучше локально.»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Плюсы 1С:УНФ ПРОФ одинаковы и для локальной, и для облачной версии: единые заказы, деньги, CRM, права пользователей. Это лечит боль с клиентской базой в личных почтах менеджеров — неважно, где стоит программа.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Разница между моделями: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Fresh (облако) — обновления и доступность уже включены в тариф;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локальная версия + КП ПРОФ — обновления, сервисы, архив и линия консультаций по договору поддержки.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Стоимость владения за 12 месяцев (только программное обеспечение):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Fresh — 57 000 ₽;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локальная — 30 600 + 68 400 ≈ 99 000 ₽ (плюс свои резервные копии).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 договоре прописываем: матрицу прав доступа (таблица, в которой наглядно расписано: кто из сотрудников и к каким данным или разделам программы имеет доступ и что именно может делать.), соглашение о неразглашении, зоны ответственности. Тяжёлые корпоративные контуры (КОРП, ERP) не предлагаем — это не ваш сегмент.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Встреча на 1 час с юристом и IT-специалистом клиента. Разбираем чек-лист рисков: где хранятся данные, кто имеет доступ, что происходит при увольнении сотрудника, как делаются резервные копии, кто отвечает за утечку. По итогам клиент выбирает модель — облако или локальная версия. Затем подписываем договор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«В облаке утечек не бывает».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Отказ обсуждать ответственность.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Навязывание только Fresh «потому что модно».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30 баллов — «Я только собираю информацию»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Малый опт. Бухгалтер на БП Базовая, упёрлись в 1 пользователя и права.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Нельзя дать менеджеру сверки без полного доступа; звонки «пришлите акт сверки».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бухгалтер (ЛВР). Директор — ЛПР, отсутствует.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Апгрейд БП ПРОФ (23 000 ₽) + КП ПРОФ 6 (36 307 ₽) + 3 ч настройки прав (10 980 ₽).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«Решение принимает директор, я не могу согласовать.»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Бухгалтер — ключевой ЛВР учёта.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- 1 стр. для директора: ограничение Базовой (1 пользователь, нельзя гибко раздать права как в ПРОФ) → ПРОФ + КП (обновления, консультации) → сумма ~70 287 ₽ → срок.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ПРОФ формулируем языком директора: меньше звонков на сверки, контроль доступа, запас на рост.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Согласовать текст с бухгалтером и слот 15 мин с директором / его комментарий до конца недели.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Обход бухгалтера.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«Продавите директора».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на 10 стр. без сумм.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70 баллов — «Директор сказал нет, а складу нужно»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Склад + продажи, инициатива начальника склада.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Резервы не держатся, отгрузки с ошибками.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Начальник склада (ЛВР). Директор ранее: «дорого, не сейчас».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УТ ПРОФ (39 700 ₽) + КП ПРОФ 6 (36 307 ₽) + внедрение склада/заказов 16 ч (48 000 ₽) ≈ 124 007 ₽.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«Директор уже сказал „нет“. Я ничего не могу.»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Не просим «продавить». Даём язык директора: 5 кейсов пересорта в рублях за месяц + стоимость этапа + плюсы УТ ПРОФ (резервы, склад, много пользователей — Базовая УТ складской команде не подойдёт).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— чтобы после запуска остатки не «отстали» по релизам/консультациям.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Можно урезать пилот до 10–12 ч только резервы/остатки.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Собрать 5 примеров потерь за 30 дней → 20 минут с директором на экономику.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«Директор неэффективный».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Тайные переговоры против ЛПР.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Обещания складу вне этапа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100 баллов — «Без визы IT не согласуем»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 юрлица, розница+опт. Нужны Розница ПРОФ + обмен в БП ПРОФ, плюс КП.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Продажи закрываются поздно, в бухгалтерию документы доезжают вручную.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бухгалтер (инициатор). IT (обязательный ЛВР). Директор (ЛПР бюджета).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Розница ПРОФ (23 000) + БП ПРОФ (23 000) + КП ПРОФ 12 (68 400) на основной контур сопровождения + обмен/внедрение 28 ч (84 000) + 4 ч консультаций.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«Без одобрения IT ничего не согласуем. IT: „напишите ТЗ и ждите“.»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IT — правильный ЛВР по архитектуре. Короткое ТЗ: базы, пользователи, обмен, бэкапы, кто админ.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Плюсы ПРОФ-версий: многопользовательский режим, обмен, возможность донастройки — Базовые версии сеть/обменный контур не вытянут.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КП ПРОФ — обновления обоих контуров и консультации после обмена.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Техпресейл 2 ч (7 320 ₽) для IT → виза «технически ок» → директор.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Созвон IT+бухгалтер+мы → смета с письменным или устным подтверждением  IT на стол директору.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Обход IT.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ТЗ на 40 страниц сразу.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«Обмен и так заведётся».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8869680" cy="36118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150 баллов — «Собственник занят, всё через „менеджера проекта“»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Клиент и деятельность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 ООО: услуги + материалы. Нужны УНФ ПРОФ + КП ПРОФ + внедрение + часы обучения.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Проблема / боль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маржи по проектам, скидки без контроля.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С кем говорим / интересы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Менеджер проекта клиента (фильтр/ЛВР). Собственник — ЛПР. РОП и бухгалтер — пользователи.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Что предложили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УНФ ПРОФ (30 600) + КП ПРОФ 12 (68 400) + внедрение 32 ч (96 000) + 8 ч консультаций (29 280) ≈ 224 280 ₽.</a:t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Возражение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«Собственник занят. Передайте мне материалы, согласую когда получится. Договор без него не подпишу.»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63440"/>
            <a:ext cx="8869680" cy="15544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/>
          <a:lstStyle/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6. Оптимальный ответ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Принимаем роль фильтра, не отдаём сделку в чёрный ящик.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- 1 стр. + 5 слайдов для собственника: боль маржи → плюсы УНФ ПРОФ (ОПиУ/ДДС, CRM, несколько юрлиц в одной базе — против Базовой) → КП ПРОФ как страховка обновлений и сервисов → этапы и сумма.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Облегчённый вход: УНФ ПРОФ + КП 6 + обследование 8 ч сейчас; внедрение — после go собственника.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Просим критерии решения и слот 20 минут.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7. Целевой шаг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Договариваемся о встрече с собственником (20 минут) или получаем от менеджера проекта письменные критерии, по которым собственник скажет «да». Если ни то, ни другое не получается — фиксируем конкретную дату следующего контакта, чтобы сделка не зависла в статусе «почти продали».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8. Что убьёт сделку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Давление на фильтра.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Личные скидки в обход собственника.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- Толстый договор без краткого обоснования.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Шпаргалка ведущему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Зачитать п.1–5 → 3–5 мин командам (ответ + анти-примеры) → обсуждение → эталон п.6–8.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Спросить: какая роль у собеседника и кого не хватает?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Всегда опираться на плюсы Базовая vs ПРОФ и на ценность КП/ИТС (обновления, консультации, сервисы).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 предлагать КОРП.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Без манипуляций: цифры, этапы, даты, целевой шаг к договору/счёту.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Быстрые якоря из обучения ИТС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 = обновления + консультации + сервисы, срок 1/3/6/12/24 мес.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Бухгалтеру — законность и время; руководителю — риски и непрерывность; IT — обновления и база знаний.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КП Базовый — «чтобы программа была легально актуальной»; КП ПРОФ — «чтобы бизнесу было удобно работать в 1С».</a:t>
            </a:r>
          </a:p>
          <a:p>
            <a:pPr algn="l"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Отдельная докупка сервисов при Базовом тарифе часто дороже и неудобнее, чем сразу КП ПРОФ.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FFFFFF"/>
      </a:hlink>
      <a:folHlink>
        <a:srgbClr val="C0392B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